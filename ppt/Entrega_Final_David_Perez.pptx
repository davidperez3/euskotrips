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8" r:id="rId4"/>
    <p:sldId id="260" r:id="rId5"/>
    <p:sldId id="313" r:id="rId6"/>
    <p:sldId id="306" r:id="rId7"/>
    <p:sldId id="323" r:id="rId8"/>
    <p:sldId id="307" r:id="rId9"/>
    <p:sldId id="324" r:id="rId10"/>
    <p:sldId id="325" r:id="rId11"/>
    <p:sldId id="308" r:id="rId12"/>
    <p:sldId id="319" r:id="rId13"/>
    <p:sldId id="326" r:id="rId14"/>
    <p:sldId id="309" r:id="rId15"/>
    <p:sldId id="321" r:id="rId16"/>
    <p:sldId id="310" r:id="rId17"/>
    <p:sldId id="32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18416-CEE7-4D41-9A7B-16456A8B64BE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1AE6A-0173-4D5B-BC70-F1D17289B6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976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cf500a4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cf500a4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>
          <a:extLst>
            <a:ext uri="{FF2B5EF4-FFF2-40B4-BE49-F238E27FC236}">
              <a16:creationId xmlns:a16="http://schemas.microsoft.com/office/drawing/2014/main" id="{25208688-C607-D505-91C7-E6B4ACC8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3d493fad72_0_0:notes">
            <a:extLst>
              <a:ext uri="{FF2B5EF4-FFF2-40B4-BE49-F238E27FC236}">
                <a16:creationId xmlns:a16="http://schemas.microsoft.com/office/drawing/2014/main" id="{7813B1DD-60C8-E176-DBC3-EE80C323D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3d493fad72_0_0:notes">
            <a:extLst>
              <a:ext uri="{FF2B5EF4-FFF2-40B4-BE49-F238E27FC236}">
                <a16:creationId xmlns:a16="http://schemas.microsoft.com/office/drawing/2014/main" id="{0AA6CCF3-9277-5F3E-1FE9-CF9C290F0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820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F3BAD9BA-0C9B-9E6E-89CD-6872D3CC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>
            <a:extLst>
              <a:ext uri="{FF2B5EF4-FFF2-40B4-BE49-F238E27FC236}">
                <a16:creationId xmlns:a16="http://schemas.microsoft.com/office/drawing/2014/main" id="{0CCC0585-79EE-9056-6448-5510CA508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>
            <a:extLst>
              <a:ext uri="{FF2B5EF4-FFF2-40B4-BE49-F238E27FC236}">
                <a16:creationId xmlns:a16="http://schemas.microsoft.com/office/drawing/2014/main" id="{422727B2-4E47-2883-0C6B-DD4604D2C5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680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CD3A340B-8112-D2CD-6F07-3ACD58F1A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>
            <a:extLst>
              <a:ext uri="{FF2B5EF4-FFF2-40B4-BE49-F238E27FC236}">
                <a16:creationId xmlns:a16="http://schemas.microsoft.com/office/drawing/2014/main" id="{84803891-38D9-5789-BE86-5A06098B5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>
            <a:extLst>
              <a:ext uri="{FF2B5EF4-FFF2-40B4-BE49-F238E27FC236}">
                <a16:creationId xmlns:a16="http://schemas.microsoft.com/office/drawing/2014/main" id="{DCB90987-A90D-B55A-3283-CECA813E3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686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22240E4C-9E2C-BC1F-C228-D8B98B87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>
            <a:extLst>
              <a:ext uri="{FF2B5EF4-FFF2-40B4-BE49-F238E27FC236}">
                <a16:creationId xmlns:a16="http://schemas.microsoft.com/office/drawing/2014/main" id="{D466D00A-6B1C-6794-D415-4DDFD7E81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>
            <a:extLst>
              <a:ext uri="{FF2B5EF4-FFF2-40B4-BE49-F238E27FC236}">
                <a16:creationId xmlns:a16="http://schemas.microsoft.com/office/drawing/2014/main" id="{198097AD-098B-681F-1167-1ADFDD8AF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1799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475D3271-4179-7742-3B4D-FEA6BC1B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>
            <a:extLst>
              <a:ext uri="{FF2B5EF4-FFF2-40B4-BE49-F238E27FC236}">
                <a16:creationId xmlns:a16="http://schemas.microsoft.com/office/drawing/2014/main" id="{09A4024E-B833-2CAF-78A5-86F4CB882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>
            <a:extLst>
              <a:ext uri="{FF2B5EF4-FFF2-40B4-BE49-F238E27FC236}">
                <a16:creationId xmlns:a16="http://schemas.microsoft.com/office/drawing/2014/main" id="{1E1EB33A-E681-503F-E782-300BEA5BE9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725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4D554E0E-77C8-09C2-84E0-A52B1D20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4dda1946d_6_308:notes">
            <a:extLst>
              <a:ext uri="{FF2B5EF4-FFF2-40B4-BE49-F238E27FC236}">
                <a16:creationId xmlns:a16="http://schemas.microsoft.com/office/drawing/2014/main" id="{67809F6C-D447-CE61-6663-86F6107CA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4dda1946d_6_308:notes">
            <a:extLst>
              <a:ext uri="{FF2B5EF4-FFF2-40B4-BE49-F238E27FC236}">
                <a16:creationId xmlns:a16="http://schemas.microsoft.com/office/drawing/2014/main" id="{00EDB922-828D-4EA7-0EAB-FB0958081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81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4700-AB76-9DCD-0349-067AC8E79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955BE-2593-B2D6-DD9F-2845E7187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2454C-D672-B01F-44AF-72298C54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D1584-4391-1C9A-7BC9-6F1BA34E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4B996-F1D5-1328-3FC0-9A0D0118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809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FDC0-65C7-F5B0-D5A0-C84EE246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1DB1-E3F2-1F0E-0AD0-9F541AE2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0886D-2B62-6B66-0BC1-00791BF2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D6821-8B14-AD12-90AC-37193331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56EF5-3F7D-F8E6-B995-FB2B3FBA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341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E46D-C0A2-79F1-BFCC-9ACBEA7D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85FAB-FF7C-FD76-BDFC-E3013802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6CDFE-A1A1-6EF3-1FB7-66A026F1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D3035-66BD-808C-9934-6D02D972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2D7F7-AEA1-2DE8-D1CE-43A9DCAD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824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9296-FAD8-4746-1D32-91CF72A3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ACD15-79AF-1BD2-6B2F-1D1A62916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02845-83F6-A85F-AEE6-19F15BB7E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E4B4F-A4E0-CC88-87AF-F3B55229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00EC-0072-0E77-A1ED-91D5187A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E911-9DFE-D436-2A80-0552597D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950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7086-7274-BE1F-FCA8-849C11AA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80188-B76E-0B8B-F2EF-2CE984B11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24622-15FF-E163-F76A-EE940CE14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28F40-3CEE-DEB1-9704-324DE1BCD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F430F-4398-51BF-8309-09A029745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649CF-EC9C-DCC3-BAA3-94F4B305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84215-8743-EF3C-BED4-77504DAE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D499E-6EEC-2376-8A28-F5F1AA43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455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0A93-C291-D936-5525-48B31593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A42B4-5C94-9947-DA7F-8A5322FF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CB647-A66D-0947-09D1-D0D75449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04E84-0CC9-DC34-235D-2DA756F0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291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A8EEE-C8B1-7417-BC0C-971EB366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ABB05-055C-6EDD-BF98-B81C9746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734EF-A13D-8316-D493-102185FC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59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8084-2992-685F-0F37-FACD6786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E391A-0703-E807-2F7A-8665F4EA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3183B-84E7-ED35-91CE-8C209E059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6B0BB-E87F-AB97-9E93-694E338B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0A1BA-93E5-98C3-DA82-368BCFC5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D3BB-4468-4869-AE41-07A75EDB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935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17BA-FC90-A97E-2CF2-9179371E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4A3B5-9F96-CF20-1114-1AA408800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FEBCC-0B6E-62D5-5D97-260BC1056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3DD9F-DEF0-0ADC-2014-DA918B86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DA276-FD3F-0EB4-DC35-1810B933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1CCBF-770F-9F11-1562-F43EE2AC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2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4DC1-FE92-732D-5B83-BA2C9CC9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9CE19-7A6A-95F3-0809-4138F52CF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9516A-0E70-199B-73C7-966899A5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0E23A-BC41-F007-F622-069B7B9B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0BE8-15BC-2B09-3321-2DF1A871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73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096D1-D56D-A8AE-1B89-A24AA0286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A7D29-F656-B8DD-FE78-9B56447E1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F0398-D72D-A4F0-D327-F9366D8E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7821-D562-F322-9C56-04783B3A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D1559-E678-5B3F-D075-66160B29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0702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073800" y="1906000"/>
            <a:ext cx="7408000" cy="223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2800"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124400" y="4317600"/>
            <a:ext cx="62568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194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716800" y="2181000"/>
            <a:ext cx="6758400" cy="24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5409400" y="979900"/>
            <a:ext cx="1373200" cy="85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3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067600" y="5313300"/>
            <a:ext cx="6056800" cy="5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104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6760448" y="5016868"/>
            <a:ext cx="279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2640367" y="5013661"/>
            <a:ext cx="279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6486153" y="4303279"/>
            <a:ext cx="3340800" cy="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2365047" y="4303279"/>
            <a:ext cx="3340800" cy="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5997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170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1752299" y="2129479"/>
            <a:ext cx="6142800" cy="2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462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68200" y="1742800"/>
            <a:ext cx="74556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148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1" y="1"/>
            <a:ext cx="12192004" cy="6858081"/>
          </a:xfrm>
          <a:custGeom>
            <a:avLst/>
            <a:gdLst/>
            <a:ahLst/>
            <a:cxnLst/>
            <a:rect l="l" t="t" r="r" b="b"/>
            <a:pathLst>
              <a:path w="248918" h="140018" extrusionOk="0">
                <a:moveTo>
                  <a:pt x="229474" y="8167"/>
                </a:moveTo>
                <a:cubicBezTo>
                  <a:pt x="234520" y="8167"/>
                  <a:pt x="238611" y="12257"/>
                  <a:pt x="238611" y="17305"/>
                </a:cubicBezTo>
                <a:lnTo>
                  <a:pt x="238611" y="122711"/>
                </a:lnTo>
                <a:cubicBezTo>
                  <a:pt x="238611" y="127757"/>
                  <a:pt x="234521" y="131848"/>
                  <a:pt x="229474" y="131848"/>
                </a:cubicBezTo>
                <a:lnTo>
                  <a:pt x="19442" y="131848"/>
                </a:lnTo>
                <a:cubicBezTo>
                  <a:pt x="14396" y="131848"/>
                  <a:pt x="10305" y="127758"/>
                  <a:pt x="10305" y="122711"/>
                </a:cubicBezTo>
                <a:lnTo>
                  <a:pt x="10305" y="17305"/>
                </a:lnTo>
                <a:cubicBezTo>
                  <a:pt x="10305" y="12259"/>
                  <a:pt x="14395" y="8167"/>
                  <a:pt x="19442" y="8167"/>
                </a:cubicBezTo>
                <a:close/>
                <a:moveTo>
                  <a:pt x="0" y="1"/>
                </a:moveTo>
                <a:lnTo>
                  <a:pt x="0" y="140018"/>
                </a:lnTo>
                <a:lnTo>
                  <a:pt x="248917" y="140018"/>
                </a:lnTo>
                <a:lnTo>
                  <a:pt x="248917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0">
                <a:srgbClr val="ADADFD"/>
              </a:gs>
              <a:gs pos="58000">
                <a:srgbClr val="9393FB"/>
              </a:gs>
              <a:gs pos="100000">
                <a:srgbClr val="8686FA"/>
              </a:gs>
            </a:gsLst>
            <a:lin ang="1350003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2761000" y="5524367"/>
            <a:ext cx="6670000" cy="52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2667" b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4656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2587400" y="2034259"/>
            <a:ext cx="7017200" cy="20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2587400" y="4410659"/>
            <a:ext cx="70172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60650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726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960000" y="447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/>
          </p:nvPr>
        </p:nvSpPr>
        <p:spPr>
          <a:xfrm>
            <a:off x="2525168" y="1759728"/>
            <a:ext cx="32188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2525152" y="2270792"/>
            <a:ext cx="3218800" cy="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3"/>
          </p:nvPr>
        </p:nvSpPr>
        <p:spPr>
          <a:xfrm>
            <a:off x="7563432" y="1765031"/>
            <a:ext cx="32188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7563448" y="2275037"/>
            <a:ext cx="3214000" cy="50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5"/>
          </p:nvPr>
        </p:nvSpPr>
        <p:spPr>
          <a:xfrm>
            <a:off x="2525152" y="3222768"/>
            <a:ext cx="32188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2525152" y="3733832"/>
            <a:ext cx="3218800" cy="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7"/>
          </p:nvPr>
        </p:nvSpPr>
        <p:spPr>
          <a:xfrm>
            <a:off x="7563447" y="3219561"/>
            <a:ext cx="32188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7563447" y="3730625"/>
            <a:ext cx="3218800" cy="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9"/>
          </p:nvPr>
        </p:nvSpPr>
        <p:spPr>
          <a:xfrm>
            <a:off x="2525164" y="4673616"/>
            <a:ext cx="32180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2525152" y="5184680"/>
            <a:ext cx="3218800" cy="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/>
          </p:nvPr>
        </p:nvSpPr>
        <p:spPr>
          <a:xfrm>
            <a:off x="7563447" y="4673616"/>
            <a:ext cx="3218800" cy="5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5"/>
          </p:nvPr>
        </p:nvSpPr>
        <p:spPr>
          <a:xfrm>
            <a:off x="7563447" y="5184680"/>
            <a:ext cx="3218800" cy="51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6" hasCustomPrompt="1"/>
          </p:nvPr>
        </p:nvSpPr>
        <p:spPr>
          <a:xfrm>
            <a:off x="1388361" y="1972360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7" hasCustomPrompt="1"/>
          </p:nvPr>
        </p:nvSpPr>
        <p:spPr>
          <a:xfrm>
            <a:off x="1388361" y="3435400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8" hasCustomPrompt="1"/>
          </p:nvPr>
        </p:nvSpPr>
        <p:spPr>
          <a:xfrm>
            <a:off x="6453049" y="1977633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9" hasCustomPrompt="1"/>
          </p:nvPr>
        </p:nvSpPr>
        <p:spPr>
          <a:xfrm>
            <a:off x="6453049" y="3432193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0" hasCustomPrompt="1"/>
          </p:nvPr>
        </p:nvSpPr>
        <p:spPr>
          <a:xfrm>
            <a:off x="1388361" y="4886248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1" hasCustomPrompt="1"/>
          </p:nvPr>
        </p:nvSpPr>
        <p:spPr>
          <a:xfrm>
            <a:off x="6453049" y="4886248"/>
            <a:ext cx="10972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133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277427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34056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8756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5954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627400" y="403099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1751000" y="2117803"/>
            <a:ext cx="8690000" cy="19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9829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957000" y="448104"/>
            <a:ext cx="10278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1286200" y="1502640"/>
            <a:ext cx="9619600" cy="43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4221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1354351" y="2060000"/>
            <a:ext cx="467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"/>
          </p:nvPr>
        </p:nvSpPr>
        <p:spPr>
          <a:xfrm>
            <a:off x="1354351" y="2823600"/>
            <a:ext cx="4670800" cy="19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64170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6123445" y="2059600"/>
            <a:ext cx="350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1"/>
          </p:nvPr>
        </p:nvSpPr>
        <p:spPr>
          <a:xfrm>
            <a:off x="6123445" y="2823200"/>
            <a:ext cx="4754800" cy="19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6696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1582492" y="1764800"/>
            <a:ext cx="39988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ubTitle" idx="1"/>
          </p:nvPr>
        </p:nvSpPr>
        <p:spPr>
          <a:xfrm>
            <a:off x="1582492" y="3666800"/>
            <a:ext cx="3998800" cy="14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1374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22"/>
          <p:cNvSpPr txBox="1">
            <a:spLocks noGrp="1"/>
          </p:cNvSpPr>
          <p:nvPr>
            <p:ph type="title"/>
          </p:nvPr>
        </p:nvSpPr>
        <p:spPr>
          <a:xfrm>
            <a:off x="1603851" y="1819593"/>
            <a:ext cx="35732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ubTitle" idx="1"/>
          </p:nvPr>
        </p:nvSpPr>
        <p:spPr>
          <a:xfrm>
            <a:off x="1603851" y="2647093"/>
            <a:ext cx="3573200" cy="14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07068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6926828" y="1565324"/>
            <a:ext cx="41208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ubTitle" idx="1"/>
          </p:nvPr>
        </p:nvSpPr>
        <p:spPr>
          <a:xfrm>
            <a:off x="6926828" y="2392824"/>
            <a:ext cx="4120800" cy="14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2415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950967" y="448104"/>
            <a:ext cx="102780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ubTitle" idx="1"/>
          </p:nvPr>
        </p:nvSpPr>
        <p:spPr>
          <a:xfrm>
            <a:off x="1352440" y="2402033"/>
            <a:ext cx="6015200" cy="28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7730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  <a:effectLst>
            <a:outerShdw blurRad="142875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25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title" idx="2"/>
          </p:nvPr>
        </p:nvSpPr>
        <p:spPr>
          <a:xfrm>
            <a:off x="1940211" y="3366745"/>
            <a:ext cx="37552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3"/>
          </p:nvPr>
        </p:nvSpPr>
        <p:spPr>
          <a:xfrm>
            <a:off x="6498607" y="3364445"/>
            <a:ext cx="37552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1"/>
          </p:nvPr>
        </p:nvSpPr>
        <p:spPr>
          <a:xfrm>
            <a:off x="6498607" y="3980333"/>
            <a:ext cx="3755200" cy="13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subTitle" idx="4"/>
          </p:nvPr>
        </p:nvSpPr>
        <p:spPr>
          <a:xfrm>
            <a:off x="1942211" y="3974705"/>
            <a:ext cx="3751200" cy="13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96185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3109203" y="1598920"/>
            <a:ext cx="4694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subTitle" idx="1"/>
          </p:nvPr>
        </p:nvSpPr>
        <p:spPr>
          <a:xfrm>
            <a:off x="3109203" y="2078312"/>
            <a:ext cx="46940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title" idx="3"/>
          </p:nvPr>
        </p:nvSpPr>
        <p:spPr>
          <a:xfrm>
            <a:off x="4328403" y="3069675"/>
            <a:ext cx="4694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ubTitle" idx="4"/>
          </p:nvPr>
        </p:nvSpPr>
        <p:spPr>
          <a:xfrm>
            <a:off x="4328403" y="3568828"/>
            <a:ext cx="4694000" cy="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title" idx="5"/>
          </p:nvPr>
        </p:nvSpPr>
        <p:spPr>
          <a:xfrm>
            <a:off x="5547603" y="4563824"/>
            <a:ext cx="4694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ubTitle" idx="6"/>
          </p:nvPr>
        </p:nvSpPr>
        <p:spPr>
          <a:xfrm>
            <a:off x="5547603" y="5049527"/>
            <a:ext cx="4694000" cy="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079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27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 idx="2"/>
          </p:nvPr>
        </p:nvSpPr>
        <p:spPr>
          <a:xfrm>
            <a:off x="1380268" y="2656360"/>
            <a:ext cx="45112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1"/>
          </p:nvPr>
        </p:nvSpPr>
        <p:spPr>
          <a:xfrm>
            <a:off x="1380268" y="3021960"/>
            <a:ext cx="451120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 idx="3"/>
          </p:nvPr>
        </p:nvSpPr>
        <p:spPr>
          <a:xfrm>
            <a:off x="6300532" y="2656360"/>
            <a:ext cx="45112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4"/>
          </p:nvPr>
        </p:nvSpPr>
        <p:spPr>
          <a:xfrm>
            <a:off x="6300532" y="3021960"/>
            <a:ext cx="451120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title" idx="5"/>
          </p:nvPr>
        </p:nvSpPr>
        <p:spPr>
          <a:xfrm>
            <a:off x="1380268" y="5041460"/>
            <a:ext cx="45112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ubTitle" idx="6"/>
          </p:nvPr>
        </p:nvSpPr>
        <p:spPr>
          <a:xfrm>
            <a:off x="1380268" y="5407060"/>
            <a:ext cx="451120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title" idx="7"/>
          </p:nvPr>
        </p:nvSpPr>
        <p:spPr>
          <a:xfrm>
            <a:off x="6300532" y="5041460"/>
            <a:ext cx="45112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ubTitle" idx="8"/>
          </p:nvPr>
        </p:nvSpPr>
        <p:spPr>
          <a:xfrm>
            <a:off x="6300532" y="5407060"/>
            <a:ext cx="4511200" cy="7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02639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2" name="Google Shape;152;p29"/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title" idx="2"/>
          </p:nvPr>
        </p:nvSpPr>
        <p:spPr>
          <a:xfrm>
            <a:off x="1389968" y="2197453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ubTitle" idx="1"/>
          </p:nvPr>
        </p:nvSpPr>
        <p:spPr>
          <a:xfrm>
            <a:off x="1389968" y="2701871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title" idx="3"/>
          </p:nvPr>
        </p:nvSpPr>
        <p:spPr>
          <a:xfrm>
            <a:off x="4694000" y="2194484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4"/>
          </p:nvPr>
        </p:nvSpPr>
        <p:spPr>
          <a:xfrm>
            <a:off x="4694000" y="2705279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title" idx="5"/>
          </p:nvPr>
        </p:nvSpPr>
        <p:spPr>
          <a:xfrm>
            <a:off x="1389968" y="4729621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subTitle" idx="6"/>
          </p:nvPr>
        </p:nvSpPr>
        <p:spPr>
          <a:xfrm>
            <a:off x="1389968" y="5231645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title" idx="7"/>
          </p:nvPr>
        </p:nvSpPr>
        <p:spPr>
          <a:xfrm>
            <a:off x="4694000" y="4732712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8"/>
          </p:nvPr>
        </p:nvSpPr>
        <p:spPr>
          <a:xfrm>
            <a:off x="4694000" y="5234736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title" idx="9"/>
          </p:nvPr>
        </p:nvSpPr>
        <p:spPr>
          <a:xfrm>
            <a:off x="7998032" y="2194484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subTitle" idx="13"/>
          </p:nvPr>
        </p:nvSpPr>
        <p:spPr>
          <a:xfrm>
            <a:off x="7998032" y="2705279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title" idx="14"/>
          </p:nvPr>
        </p:nvSpPr>
        <p:spPr>
          <a:xfrm>
            <a:off x="7998032" y="4732712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subTitle" idx="15"/>
          </p:nvPr>
        </p:nvSpPr>
        <p:spPr>
          <a:xfrm>
            <a:off x="7998032" y="5234733"/>
            <a:ext cx="2804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title" idx="16" hasCustomPrompt="1"/>
          </p:nvPr>
        </p:nvSpPr>
        <p:spPr>
          <a:xfrm>
            <a:off x="2304368" y="1697776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29"/>
          <p:cNvSpPr txBox="1">
            <a:spLocks noGrp="1"/>
          </p:cNvSpPr>
          <p:nvPr>
            <p:ph type="title" idx="17" hasCustomPrompt="1"/>
          </p:nvPr>
        </p:nvSpPr>
        <p:spPr>
          <a:xfrm>
            <a:off x="2304368" y="4245104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29"/>
          <p:cNvSpPr txBox="1">
            <a:spLocks noGrp="1"/>
          </p:cNvSpPr>
          <p:nvPr>
            <p:ph type="title" idx="18" hasCustomPrompt="1"/>
          </p:nvPr>
        </p:nvSpPr>
        <p:spPr>
          <a:xfrm>
            <a:off x="5608400" y="4245104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29"/>
          <p:cNvSpPr txBox="1">
            <a:spLocks noGrp="1"/>
          </p:cNvSpPr>
          <p:nvPr>
            <p:ph type="title" idx="19" hasCustomPrompt="1"/>
          </p:nvPr>
        </p:nvSpPr>
        <p:spPr>
          <a:xfrm>
            <a:off x="8912417" y="4245104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20" hasCustomPrompt="1"/>
          </p:nvPr>
        </p:nvSpPr>
        <p:spPr>
          <a:xfrm>
            <a:off x="8912417" y="1697776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29"/>
          <p:cNvSpPr txBox="1">
            <a:spLocks noGrp="1"/>
          </p:cNvSpPr>
          <p:nvPr>
            <p:ph type="title" idx="21" hasCustomPrompt="1"/>
          </p:nvPr>
        </p:nvSpPr>
        <p:spPr>
          <a:xfrm>
            <a:off x="5608400" y="1697776"/>
            <a:ext cx="975200" cy="48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117845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3" name="Google Shape;173;p30"/>
          <p:cNvSpPr txBox="1">
            <a:spLocks noGrp="1"/>
          </p:cNvSpPr>
          <p:nvPr>
            <p:ph type="title" hasCustomPrompt="1"/>
          </p:nvPr>
        </p:nvSpPr>
        <p:spPr>
          <a:xfrm>
            <a:off x="1767800" y="2150533"/>
            <a:ext cx="19508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30"/>
          <p:cNvSpPr txBox="1">
            <a:spLocks noGrp="1"/>
          </p:cNvSpPr>
          <p:nvPr>
            <p:ph type="subTitle" idx="1"/>
          </p:nvPr>
        </p:nvSpPr>
        <p:spPr>
          <a:xfrm>
            <a:off x="1341200" y="4415599"/>
            <a:ext cx="28040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title" idx="2" hasCustomPrompt="1"/>
          </p:nvPr>
        </p:nvSpPr>
        <p:spPr>
          <a:xfrm>
            <a:off x="5120600" y="2150533"/>
            <a:ext cx="19508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subTitle" idx="3"/>
          </p:nvPr>
        </p:nvSpPr>
        <p:spPr>
          <a:xfrm>
            <a:off x="4694000" y="4417595"/>
            <a:ext cx="28040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title" idx="4" hasCustomPrompt="1"/>
          </p:nvPr>
        </p:nvSpPr>
        <p:spPr>
          <a:xfrm>
            <a:off x="8475833" y="2150533"/>
            <a:ext cx="1950800" cy="73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5"/>
          </p:nvPr>
        </p:nvSpPr>
        <p:spPr>
          <a:xfrm>
            <a:off x="8048693" y="4417595"/>
            <a:ext cx="2800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9" name="Google Shape;179;p30"/>
          <p:cNvSpPr txBox="1">
            <a:spLocks noGrp="1"/>
          </p:cNvSpPr>
          <p:nvPr>
            <p:ph type="title" idx="6"/>
          </p:nvPr>
        </p:nvSpPr>
        <p:spPr>
          <a:xfrm>
            <a:off x="1163200" y="450304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title" idx="7"/>
          </p:nvPr>
        </p:nvSpPr>
        <p:spPr>
          <a:xfrm>
            <a:off x="1341200" y="3911188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title" idx="8"/>
          </p:nvPr>
        </p:nvSpPr>
        <p:spPr>
          <a:xfrm>
            <a:off x="4694000" y="3913184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title" idx="9"/>
          </p:nvPr>
        </p:nvSpPr>
        <p:spPr>
          <a:xfrm>
            <a:off x="8046800" y="3913184"/>
            <a:ext cx="28040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2879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2547200" y="391467"/>
            <a:ext cx="7097600" cy="15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subTitle" idx="1"/>
          </p:nvPr>
        </p:nvSpPr>
        <p:spPr>
          <a:xfrm>
            <a:off x="3940600" y="2208533"/>
            <a:ext cx="431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2633400" y="4815933"/>
            <a:ext cx="69252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, and includes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endParaRPr sz="1600" u="sng">
              <a:solidFill>
                <a:schemeClr val="dk1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439514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31588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511400" y="406000"/>
            <a:ext cx="11169200" cy="6046000"/>
          </a:xfrm>
          <a:prstGeom prst="roundRect">
            <a:avLst>
              <a:gd name="adj" fmla="val 6717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700" scaled="0"/>
          </a:gradFill>
          <a:ln>
            <a:noFill/>
          </a:ln>
          <a:effectLst>
            <a:outerShdw blurRad="128588" algn="bl" rotWithShape="0">
              <a:schemeClr val="lt1">
                <a:alpha val="49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33"/>
          <p:cNvSpPr/>
          <p:nvPr/>
        </p:nvSpPr>
        <p:spPr>
          <a:xfrm rot="-5400000" flipH="1">
            <a:off x="-1980633" y="2892400"/>
            <a:ext cx="6047200" cy="1073200"/>
          </a:xfrm>
          <a:prstGeom prst="round2SameRect">
            <a:avLst>
              <a:gd name="adj1" fmla="val 28715"/>
              <a:gd name="adj2" fmla="val 0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0146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2C08B-D6EE-167B-0344-F7D36BD5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AFBF-BCDD-99CF-DF94-D6883BA9C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B9211-5FBF-513B-E112-08542D92E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21C25-ECF1-43A0-A5B7-292579FD1D96}" type="datetimeFigureOut">
              <a:rPr lang="es-ES" smtClean="0"/>
              <a:t>10/12/2025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F29C1-F554-447C-5D94-B94A9D4C4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208A5-07D8-4031-B5FA-2FFA35F98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0B436-2C0C-424A-817B-5F914BDC9B9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924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200"/>
              <a:buFont typeface="Poppins"/>
              <a:buNone/>
              <a:defRPr sz="32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3500"/>
              <a:buFont typeface="Poppins"/>
              <a:buNone/>
              <a:defRPr sz="3500" b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●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○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■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●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○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■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●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E1A3F"/>
              </a:buClr>
              <a:buSzPts val="1400"/>
              <a:buFont typeface="Quicksand Medium"/>
              <a:buChar char="○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E1A3F"/>
              </a:buClr>
              <a:buSzPts val="1400"/>
              <a:buFont typeface="Quicksand Medium"/>
              <a:buChar char="■"/>
              <a:defRPr>
                <a:solidFill>
                  <a:srgbClr val="0E1A3F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35803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6" r:id="rId25"/>
    <p:sldLayoutId id="2147483687" r:id="rId26"/>
    <p:sldLayoutId id="2147483688" r:id="rId27"/>
    <p:sldLayoutId id="2147483689" r:id="rId28"/>
    <p:sldLayoutId id="2147483690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idPerez3/euskoTrips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0">
              <a:srgbClr val="ADADFD"/>
            </a:gs>
            <a:gs pos="58000">
              <a:srgbClr val="9393FB"/>
            </a:gs>
            <a:gs pos="100000">
              <a:srgbClr val="8686FA"/>
            </a:gs>
          </a:gsLst>
          <a:lin ang="13500032" scaled="0"/>
        </a:gra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/>
          <p:nvPr/>
        </p:nvSpPr>
        <p:spPr>
          <a:xfrm>
            <a:off x="1983800" y="4319967"/>
            <a:ext cx="6942232" cy="629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393FB"/>
              </a:gs>
              <a:gs pos="0">
                <a:srgbClr val="9393FB"/>
              </a:gs>
              <a:gs pos="100000">
                <a:schemeClr val="lt1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5F5FF6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1"/>
          </p:nvPr>
        </p:nvSpPr>
        <p:spPr>
          <a:xfrm>
            <a:off x="2073801" y="4317567"/>
            <a:ext cx="6801633" cy="63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s-ES" sz="2133" dirty="0">
                <a:solidFill>
                  <a:srgbClr val="FFFFFF"/>
                </a:solidFill>
              </a:rPr>
              <a:t>Plataforma inteligente de descubrimiento turístico</a:t>
            </a:r>
          </a:p>
        </p:txBody>
      </p:sp>
      <p:sp>
        <p:nvSpPr>
          <p:cNvPr id="205" name="Google Shape;205;p37"/>
          <p:cNvSpPr/>
          <p:nvPr/>
        </p:nvSpPr>
        <p:spPr>
          <a:xfrm rot="-5400000" flipH="1">
            <a:off x="-1980633" y="2892400"/>
            <a:ext cx="6047200" cy="1073200"/>
          </a:xfrm>
          <a:prstGeom prst="round2SameRect">
            <a:avLst>
              <a:gd name="adj1" fmla="val 28715"/>
              <a:gd name="adj2" fmla="val 0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ctrTitle"/>
          </p:nvPr>
        </p:nvSpPr>
        <p:spPr>
          <a:xfrm>
            <a:off x="2073800" y="1906000"/>
            <a:ext cx="7408000" cy="223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sz="8266" dirty="0" err="1">
                <a:solidFill>
                  <a:schemeClr val="lt1"/>
                </a:solidFill>
              </a:rPr>
              <a:t>EuskoTrips</a:t>
            </a:r>
            <a:endParaRPr sz="4800" dirty="0"/>
          </a:p>
        </p:txBody>
      </p:sp>
      <p:grpSp>
        <p:nvGrpSpPr>
          <p:cNvPr id="207" name="Google Shape;207;p37"/>
          <p:cNvGrpSpPr/>
          <p:nvPr/>
        </p:nvGrpSpPr>
        <p:grpSpPr>
          <a:xfrm>
            <a:off x="910328" y="3177725"/>
            <a:ext cx="487659" cy="422672"/>
            <a:chOff x="871534" y="4300588"/>
            <a:chExt cx="357661" cy="311155"/>
          </a:xfrm>
        </p:grpSpPr>
        <p:sp>
          <p:nvSpPr>
            <p:cNvPr id="208" name="Google Shape;208;p37"/>
            <p:cNvSpPr/>
            <p:nvPr/>
          </p:nvSpPr>
          <p:spPr>
            <a:xfrm>
              <a:off x="992672" y="4300588"/>
              <a:ext cx="115386" cy="62368"/>
            </a:xfrm>
            <a:custGeom>
              <a:avLst/>
              <a:gdLst/>
              <a:ahLst/>
              <a:cxnLst/>
              <a:rect l="l" t="t" r="r" b="b"/>
              <a:pathLst>
                <a:path w="4394" h="2375" extrusionOk="0">
                  <a:moveTo>
                    <a:pt x="1197" y="1"/>
                  </a:moveTo>
                  <a:cubicBezTo>
                    <a:pt x="785" y="1"/>
                    <a:pt x="422" y="298"/>
                    <a:pt x="335" y="709"/>
                  </a:cubicBezTo>
                  <a:lnTo>
                    <a:pt x="1" y="2374"/>
                  </a:lnTo>
                  <a:lnTo>
                    <a:pt x="450" y="2374"/>
                  </a:lnTo>
                  <a:lnTo>
                    <a:pt x="766" y="996"/>
                  </a:lnTo>
                  <a:cubicBezTo>
                    <a:pt x="812" y="802"/>
                    <a:pt x="975" y="661"/>
                    <a:pt x="1177" y="661"/>
                  </a:cubicBezTo>
                  <a:cubicBezTo>
                    <a:pt x="1184" y="661"/>
                    <a:pt x="1190" y="661"/>
                    <a:pt x="1197" y="661"/>
                  </a:cubicBezTo>
                  <a:lnTo>
                    <a:pt x="3207" y="661"/>
                  </a:lnTo>
                  <a:cubicBezTo>
                    <a:pt x="3408" y="661"/>
                    <a:pt x="3589" y="795"/>
                    <a:pt x="3637" y="996"/>
                  </a:cubicBezTo>
                  <a:lnTo>
                    <a:pt x="3943" y="2374"/>
                  </a:lnTo>
                  <a:lnTo>
                    <a:pt x="4393" y="2374"/>
                  </a:lnTo>
                  <a:lnTo>
                    <a:pt x="4058" y="709"/>
                  </a:lnTo>
                  <a:cubicBezTo>
                    <a:pt x="3972" y="298"/>
                    <a:pt x="3609" y="1"/>
                    <a:pt x="3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7"/>
            <p:cNvSpPr/>
            <p:nvPr/>
          </p:nvSpPr>
          <p:spPr>
            <a:xfrm>
              <a:off x="883089" y="4473510"/>
              <a:ext cx="334526" cy="138233"/>
            </a:xfrm>
            <a:custGeom>
              <a:avLst/>
              <a:gdLst/>
              <a:ahLst/>
              <a:cxnLst/>
              <a:rect l="l" t="t" r="r" b="b"/>
              <a:pathLst>
                <a:path w="12739" h="5264" extrusionOk="0">
                  <a:moveTo>
                    <a:pt x="1" y="0"/>
                  </a:moveTo>
                  <a:lnTo>
                    <a:pt x="1" y="4613"/>
                  </a:lnTo>
                  <a:cubicBezTo>
                    <a:pt x="1" y="4977"/>
                    <a:pt x="298" y="5264"/>
                    <a:pt x="661" y="5264"/>
                  </a:cubicBezTo>
                  <a:lnTo>
                    <a:pt x="12079" y="5264"/>
                  </a:lnTo>
                  <a:cubicBezTo>
                    <a:pt x="12442" y="5264"/>
                    <a:pt x="12739" y="4977"/>
                    <a:pt x="12739" y="4613"/>
                  </a:cubicBezTo>
                  <a:lnTo>
                    <a:pt x="127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7"/>
            <p:cNvSpPr/>
            <p:nvPr/>
          </p:nvSpPr>
          <p:spPr>
            <a:xfrm>
              <a:off x="883089" y="4473248"/>
              <a:ext cx="334526" cy="138495"/>
            </a:xfrm>
            <a:custGeom>
              <a:avLst/>
              <a:gdLst/>
              <a:ahLst/>
              <a:cxnLst/>
              <a:rect l="l" t="t" r="r" b="b"/>
              <a:pathLst>
                <a:path w="12739" h="5274" extrusionOk="0">
                  <a:moveTo>
                    <a:pt x="1" y="1"/>
                  </a:moveTo>
                  <a:lnTo>
                    <a:pt x="1" y="4614"/>
                  </a:lnTo>
                  <a:cubicBezTo>
                    <a:pt x="1" y="4977"/>
                    <a:pt x="298" y="5274"/>
                    <a:pt x="661" y="5274"/>
                  </a:cubicBezTo>
                  <a:lnTo>
                    <a:pt x="12079" y="5274"/>
                  </a:lnTo>
                  <a:cubicBezTo>
                    <a:pt x="12442" y="5274"/>
                    <a:pt x="12739" y="4977"/>
                    <a:pt x="12739" y="4614"/>
                  </a:cubicBezTo>
                  <a:lnTo>
                    <a:pt x="12739" y="4393"/>
                  </a:lnTo>
                  <a:lnTo>
                    <a:pt x="1762" y="4393"/>
                  </a:lnTo>
                  <a:cubicBezTo>
                    <a:pt x="1274" y="4393"/>
                    <a:pt x="881" y="4001"/>
                    <a:pt x="881" y="3523"/>
                  </a:cubicBezTo>
                  <a:lnTo>
                    <a:pt x="881" y="1982"/>
                  </a:lnTo>
                  <a:cubicBezTo>
                    <a:pt x="881" y="1858"/>
                    <a:pt x="979" y="1759"/>
                    <a:pt x="1091" y="1759"/>
                  </a:cubicBezTo>
                  <a:cubicBezTo>
                    <a:pt x="1101" y="1759"/>
                    <a:pt x="1111" y="1760"/>
                    <a:pt x="1121" y="1762"/>
                  </a:cubicBezTo>
                  <a:lnTo>
                    <a:pt x="11428" y="1762"/>
                  </a:lnTo>
                  <a:cubicBezTo>
                    <a:pt x="11897" y="1762"/>
                    <a:pt x="12356" y="1608"/>
                    <a:pt x="12739" y="1321"/>
                  </a:cubicBezTo>
                  <a:lnTo>
                    <a:pt x="12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7"/>
            <p:cNvSpPr/>
            <p:nvPr/>
          </p:nvSpPr>
          <p:spPr>
            <a:xfrm>
              <a:off x="871534" y="4358150"/>
              <a:ext cx="357661" cy="149813"/>
            </a:xfrm>
            <a:custGeom>
              <a:avLst/>
              <a:gdLst/>
              <a:ahLst/>
              <a:cxnLst/>
              <a:rect l="l" t="t" r="r" b="b"/>
              <a:pathLst>
                <a:path w="13620" h="5705" extrusionOk="0">
                  <a:moveTo>
                    <a:pt x="12756" y="0"/>
                  </a:moveTo>
                  <a:cubicBezTo>
                    <a:pt x="12750" y="0"/>
                    <a:pt x="12744" y="0"/>
                    <a:pt x="12739" y="0"/>
                  </a:cubicBezTo>
                  <a:lnTo>
                    <a:pt x="881" y="0"/>
                  </a:lnTo>
                  <a:cubicBezTo>
                    <a:pt x="393" y="0"/>
                    <a:pt x="1" y="393"/>
                    <a:pt x="10" y="881"/>
                  </a:cubicBezTo>
                  <a:lnTo>
                    <a:pt x="10" y="3953"/>
                  </a:lnTo>
                  <a:cubicBezTo>
                    <a:pt x="1" y="4920"/>
                    <a:pt x="795" y="5704"/>
                    <a:pt x="1762" y="5704"/>
                  </a:cubicBezTo>
                  <a:lnTo>
                    <a:pt x="11868" y="5704"/>
                  </a:lnTo>
                  <a:cubicBezTo>
                    <a:pt x="12834" y="5704"/>
                    <a:pt x="13619" y="4920"/>
                    <a:pt x="13619" y="3953"/>
                  </a:cubicBezTo>
                  <a:lnTo>
                    <a:pt x="13619" y="881"/>
                  </a:lnTo>
                  <a:cubicBezTo>
                    <a:pt x="13619" y="399"/>
                    <a:pt x="13236" y="0"/>
                    <a:pt x="127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7"/>
            <p:cNvSpPr/>
            <p:nvPr/>
          </p:nvSpPr>
          <p:spPr>
            <a:xfrm>
              <a:off x="929332" y="4358150"/>
              <a:ext cx="34453" cy="253593"/>
            </a:xfrm>
            <a:custGeom>
              <a:avLst/>
              <a:gdLst/>
              <a:ahLst/>
              <a:cxnLst/>
              <a:rect l="l" t="t" r="r" b="b"/>
              <a:pathLst>
                <a:path w="1312" h="9657" extrusionOk="0">
                  <a:moveTo>
                    <a:pt x="1" y="0"/>
                  </a:moveTo>
                  <a:lnTo>
                    <a:pt x="1" y="9657"/>
                  </a:lnTo>
                  <a:lnTo>
                    <a:pt x="1312" y="9657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7"/>
            <p:cNvSpPr/>
            <p:nvPr/>
          </p:nvSpPr>
          <p:spPr>
            <a:xfrm>
              <a:off x="929332" y="4358150"/>
              <a:ext cx="34453" cy="17122"/>
            </a:xfrm>
            <a:custGeom>
              <a:avLst/>
              <a:gdLst/>
              <a:ahLst/>
              <a:cxnLst/>
              <a:rect l="l" t="t" r="r" b="b"/>
              <a:pathLst>
                <a:path w="1312" h="652" extrusionOk="0">
                  <a:moveTo>
                    <a:pt x="1" y="0"/>
                  </a:moveTo>
                  <a:lnTo>
                    <a:pt x="1" y="651"/>
                  </a:lnTo>
                  <a:lnTo>
                    <a:pt x="1312" y="65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7"/>
            <p:cNvSpPr/>
            <p:nvPr/>
          </p:nvSpPr>
          <p:spPr>
            <a:xfrm>
              <a:off x="929332" y="4525269"/>
              <a:ext cx="34453" cy="17384"/>
            </a:xfrm>
            <a:custGeom>
              <a:avLst/>
              <a:gdLst/>
              <a:ahLst/>
              <a:cxnLst/>
              <a:rect l="l" t="t" r="r" b="b"/>
              <a:pathLst>
                <a:path w="1312" h="662" extrusionOk="0">
                  <a:moveTo>
                    <a:pt x="1" y="1"/>
                  </a:moveTo>
                  <a:lnTo>
                    <a:pt x="1" y="661"/>
                  </a:lnTo>
                  <a:lnTo>
                    <a:pt x="1312" y="661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7"/>
            <p:cNvSpPr/>
            <p:nvPr/>
          </p:nvSpPr>
          <p:spPr>
            <a:xfrm>
              <a:off x="929332" y="4485065"/>
              <a:ext cx="34453" cy="17122"/>
            </a:xfrm>
            <a:custGeom>
              <a:avLst/>
              <a:gdLst/>
              <a:ahLst/>
              <a:cxnLst/>
              <a:rect l="l" t="t" r="r" b="b"/>
              <a:pathLst>
                <a:path w="1312" h="652" extrusionOk="0">
                  <a:moveTo>
                    <a:pt x="1" y="0"/>
                  </a:moveTo>
                  <a:lnTo>
                    <a:pt x="1" y="651"/>
                  </a:lnTo>
                  <a:lnTo>
                    <a:pt x="1312" y="65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7"/>
            <p:cNvSpPr/>
            <p:nvPr/>
          </p:nvSpPr>
          <p:spPr>
            <a:xfrm>
              <a:off x="917778" y="4479025"/>
              <a:ext cx="57588" cy="52047"/>
            </a:xfrm>
            <a:custGeom>
              <a:avLst/>
              <a:gdLst/>
              <a:ahLst/>
              <a:cxnLst/>
              <a:rect l="l" t="t" r="r" b="b"/>
              <a:pathLst>
                <a:path w="2193" h="1982" extrusionOk="0">
                  <a:moveTo>
                    <a:pt x="1752" y="441"/>
                  </a:moveTo>
                  <a:lnTo>
                    <a:pt x="1752" y="1542"/>
                  </a:lnTo>
                  <a:lnTo>
                    <a:pt x="441" y="1542"/>
                  </a:lnTo>
                  <a:lnTo>
                    <a:pt x="441" y="441"/>
                  </a:lnTo>
                  <a:close/>
                  <a:moveTo>
                    <a:pt x="441" y="1"/>
                  </a:moveTo>
                  <a:cubicBezTo>
                    <a:pt x="202" y="1"/>
                    <a:pt x="1" y="202"/>
                    <a:pt x="1" y="441"/>
                  </a:cubicBezTo>
                  <a:lnTo>
                    <a:pt x="1" y="1542"/>
                  </a:lnTo>
                  <a:cubicBezTo>
                    <a:pt x="1" y="1790"/>
                    <a:pt x="202" y="1982"/>
                    <a:pt x="441" y="1982"/>
                  </a:cubicBezTo>
                  <a:lnTo>
                    <a:pt x="1752" y="1982"/>
                  </a:lnTo>
                  <a:cubicBezTo>
                    <a:pt x="2001" y="1982"/>
                    <a:pt x="2192" y="1781"/>
                    <a:pt x="2192" y="1542"/>
                  </a:cubicBezTo>
                  <a:lnTo>
                    <a:pt x="2192" y="441"/>
                  </a:lnTo>
                  <a:cubicBezTo>
                    <a:pt x="2192" y="202"/>
                    <a:pt x="2001" y="1"/>
                    <a:pt x="17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7"/>
            <p:cNvSpPr/>
            <p:nvPr/>
          </p:nvSpPr>
          <p:spPr>
            <a:xfrm>
              <a:off x="940651" y="4479603"/>
              <a:ext cx="11581" cy="28361"/>
            </a:xfrm>
            <a:custGeom>
              <a:avLst/>
              <a:gdLst/>
              <a:ahLst/>
              <a:cxnLst/>
              <a:rect l="l" t="t" r="r" b="b"/>
              <a:pathLst>
                <a:path w="441" h="1080" extrusionOk="0">
                  <a:moveTo>
                    <a:pt x="225" y="0"/>
                  </a:moveTo>
                  <a:cubicBezTo>
                    <a:pt x="122" y="0"/>
                    <a:pt x="20" y="70"/>
                    <a:pt x="10" y="208"/>
                  </a:cubicBezTo>
                  <a:lnTo>
                    <a:pt x="10" y="859"/>
                  </a:lnTo>
                  <a:cubicBezTo>
                    <a:pt x="0" y="984"/>
                    <a:pt x="106" y="1079"/>
                    <a:pt x="230" y="1079"/>
                  </a:cubicBezTo>
                  <a:cubicBezTo>
                    <a:pt x="345" y="1079"/>
                    <a:pt x="441" y="984"/>
                    <a:pt x="441" y="859"/>
                  </a:cubicBezTo>
                  <a:lnTo>
                    <a:pt x="441" y="208"/>
                  </a:lnTo>
                  <a:cubicBezTo>
                    <a:pt x="431" y="70"/>
                    <a:pt x="328" y="0"/>
                    <a:pt x="2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7"/>
            <p:cNvSpPr/>
            <p:nvPr/>
          </p:nvSpPr>
          <p:spPr>
            <a:xfrm>
              <a:off x="929332" y="4588844"/>
              <a:ext cx="34453" cy="22899"/>
            </a:xfrm>
            <a:custGeom>
              <a:avLst/>
              <a:gdLst/>
              <a:ahLst/>
              <a:cxnLst/>
              <a:rect l="l" t="t" r="r" b="b"/>
              <a:pathLst>
                <a:path w="1312" h="872" extrusionOk="0">
                  <a:moveTo>
                    <a:pt x="1" y="1"/>
                  </a:moveTo>
                  <a:lnTo>
                    <a:pt x="1" y="872"/>
                  </a:lnTo>
                  <a:lnTo>
                    <a:pt x="1312" y="87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7"/>
            <p:cNvSpPr/>
            <p:nvPr/>
          </p:nvSpPr>
          <p:spPr>
            <a:xfrm>
              <a:off x="1136918" y="4358150"/>
              <a:ext cx="34716" cy="253593"/>
            </a:xfrm>
            <a:custGeom>
              <a:avLst/>
              <a:gdLst/>
              <a:ahLst/>
              <a:cxnLst/>
              <a:rect l="l" t="t" r="r" b="b"/>
              <a:pathLst>
                <a:path w="1322" h="9657" extrusionOk="0">
                  <a:moveTo>
                    <a:pt x="1" y="0"/>
                  </a:moveTo>
                  <a:lnTo>
                    <a:pt x="1" y="9657"/>
                  </a:lnTo>
                  <a:lnTo>
                    <a:pt x="1322" y="9657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1136918" y="4358150"/>
              <a:ext cx="34716" cy="17122"/>
            </a:xfrm>
            <a:custGeom>
              <a:avLst/>
              <a:gdLst/>
              <a:ahLst/>
              <a:cxnLst/>
              <a:rect l="l" t="t" r="r" b="b"/>
              <a:pathLst>
                <a:path w="1322" h="652" extrusionOk="0">
                  <a:moveTo>
                    <a:pt x="1" y="0"/>
                  </a:moveTo>
                  <a:lnTo>
                    <a:pt x="1" y="651"/>
                  </a:lnTo>
                  <a:lnTo>
                    <a:pt x="1322" y="651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7"/>
            <p:cNvSpPr/>
            <p:nvPr/>
          </p:nvSpPr>
          <p:spPr>
            <a:xfrm>
              <a:off x="1136918" y="4525269"/>
              <a:ext cx="34716" cy="17384"/>
            </a:xfrm>
            <a:custGeom>
              <a:avLst/>
              <a:gdLst/>
              <a:ahLst/>
              <a:cxnLst/>
              <a:rect l="l" t="t" r="r" b="b"/>
              <a:pathLst>
                <a:path w="1322" h="662" extrusionOk="0">
                  <a:moveTo>
                    <a:pt x="1" y="1"/>
                  </a:moveTo>
                  <a:lnTo>
                    <a:pt x="1" y="661"/>
                  </a:lnTo>
                  <a:lnTo>
                    <a:pt x="1322" y="661"/>
                  </a:lnTo>
                  <a:lnTo>
                    <a:pt x="13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1136918" y="4485065"/>
              <a:ext cx="34716" cy="17122"/>
            </a:xfrm>
            <a:custGeom>
              <a:avLst/>
              <a:gdLst/>
              <a:ahLst/>
              <a:cxnLst/>
              <a:rect l="l" t="t" r="r" b="b"/>
              <a:pathLst>
                <a:path w="1322" h="652" extrusionOk="0">
                  <a:moveTo>
                    <a:pt x="1" y="0"/>
                  </a:moveTo>
                  <a:lnTo>
                    <a:pt x="1" y="651"/>
                  </a:lnTo>
                  <a:lnTo>
                    <a:pt x="1322" y="651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7"/>
            <p:cNvSpPr/>
            <p:nvPr/>
          </p:nvSpPr>
          <p:spPr>
            <a:xfrm>
              <a:off x="1125363" y="4479025"/>
              <a:ext cx="57825" cy="52047"/>
            </a:xfrm>
            <a:custGeom>
              <a:avLst/>
              <a:gdLst/>
              <a:ahLst/>
              <a:cxnLst/>
              <a:rect l="l" t="t" r="r" b="b"/>
              <a:pathLst>
                <a:path w="2202" h="1982" extrusionOk="0">
                  <a:moveTo>
                    <a:pt x="1752" y="441"/>
                  </a:moveTo>
                  <a:lnTo>
                    <a:pt x="1752" y="1542"/>
                  </a:lnTo>
                  <a:lnTo>
                    <a:pt x="441" y="1542"/>
                  </a:lnTo>
                  <a:lnTo>
                    <a:pt x="441" y="441"/>
                  </a:lnTo>
                  <a:close/>
                  <a:moveTo>
                    <a:pt x="441" y="1"/>
                  </a:moveTo>
                  <a:cubicBezTo>
                    <a:pt x="202" y="1"/>
                    <a:pt x="1" y="202"/>
                    <a:pt x="1" y="441"/>
                  </a:cubicBezTo>
                  <a:lnTo>
                    <a:pt x="1" y="1542"/>
                  </a:lnTo>
                  <a:cubicBezTo>
                    <a:pt x="1" y="1790"/>
                    <a:pt x="202" y="1982"/>
                    <a:pt x="441" y="1982"/>
                  </a:cubicBezTo>
                  <a:lnTo>
                    <a:pt x="1762" y="1982"/>
                  </a:lnTo>
                  <a:cubicBezTo>
                    <a:pt x="2001" y="1982"/>
                    <a:pt x="2202" y="1781"/>
                    <a:pt x="2192" y="1542"/>
                  </a:cubicBezTo>
                  <a:lnTo>
                    <a:pt x="2192" y="441"/>
                  </a:lnTo>
                  <a:cubicBezTo>
                    <a:pt x="2192" y="202"/>
                    <a:pt x="2001" y="1"/>
                    <a:pt x="1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7"/>
            <p:cNvSpPr/>
            <p:nvPr/>
          </p:nvSpPr>
          <p:spPr>
            <a:xfrm>
              <a:off x="1148105" y="4478841"/>
              <a:ext cx="12211" cy="29122"/>
            </a:xfrm>
            <a:custGeom>
              <a:avLst/>
              <a:gdLst/>
              <a:ahLst/>
              <a:cxnLst/>
              <a:rect l="l" t="t" r="r" b="b"/>
              <a:pathLst>
                <a:path w="465" h="1109" extrusionOk="0">
                  <a:moveTo>
                    <a:pt x="232" y="1"/>
                  </a:moveTo>
                  <a:cubicBezTo>
                    <a:pt x="116" y="1"/>
                    <a:pt x="1" y="80"/>
                    <a:pt x="15" y="237"/>
                  </a:cubicBezTo>
                  <a:lnTo>
                    <a:pt x="15" y="888"/>
                  </a:lnTo>
                  <a:cubicBezTo>
                    <a:pt x="15" y="1013"/>
                    <a:pt x="111" y="1108"/>
                    <a:pt x="235" y="1108"/>
                  </a:cubicBezTo>
                  <a:cubicBezTo>
                    <a:pt x="350" y="1108"/>
                    <a:pt x="455" y="1013"/>
                    <a:pt x="455" y="888"/>
                  </a:cubicBezTo>
                  <a:lnTo>
                    <a:pt x="455" y="237"/>
                  </a:lnTo>
                  <a:cubicBezTo>
                    <a:pt x="465" y="80"/>
                    <a:pt x="348" y="1"/>
                    <a:pt x="2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1136918" y="4588844"/>
              <a:ext cx="34716" cy="22899"/>
            </a:xfrm>
            <a:custGeom>
              <a:avLst/>
              <a:gdLst/>
              <a:ahLst/>
              <a:cxnLst/>
              <a:rect l="l" t="t" r="r" b="b"/>
              <a:pathLst>
                <a:path w="1322" h="872" extrusionOk="0">
                  <a:moveTo>
                    <a:pt x="1" y="1"/>
                  </a:moveTo>
                  <a:lnTo>
                    <a:pt x="1" y="872"/>
                  </a:lnTo>
                  <a:lnTo>
                    <a:pt x="1322" y="872"/>
                  </a:lnTo>
                  <a:lnTo>
                    <a:pt x="13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1021584" y="4461956"/>
              <a:ext cx="57562" cy="23135"/>
            </a:xfrm>
            <a:custGeom>
              <a:avLst/>
              <a:gdLst/>
              <a:ahLst/>
              <a:cxnLst/>
              <a:rect l="l" t="t" r="r" b="b"/>
              <a:pathLst>
                <a:path w="2192" h="881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660"/>
                  </a:lnTo>
                  <a:cubicBezTo>
                    <a:pt x="0" y="775"/>
                    <a:pt x="96" y="880"/>
                    <a:pt x="220" y="880"/>
                  </a:cubicBezTo>
                  <a:lnTo>
                    <a:pt x="1972" y="880"/>
                  </a:lnTo>
                  <a:cubicBezTo>
                    <a:pt x="2096" y="880"/>
                    <a:pt x="2192" y="775"/>
                    <a:pt x="2192" y="660"/>
                  </a:cubicBezTo>
                  <a:lnTo>
                    <a:pt x="2192" y="220"/>
                  </a:lnTo>
                  <a:cubicBezTo>
                    <a:pt x="2192" y="96"/>
                    <a:pt x="2096" y="0"/>
                    <a:pt x="19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1021584" y="4473510"/>
              <a:ext cx="57562" cy="11581"/>
            </a:xfrm>
            <a:custGeom>
              <a:avLst/>
              <a:gdLst/>
              <a:ahLst/>
              <a:cxnLst/>
              <a:rect l="l" t="t" r="r" b="b"/>
              <a:pathLst>
                <a:path w="2192" h="441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cubicBezTo>
                    <a:pt x="0" y="335"/>
                    <a:pt x="96" y="440"/>
                    <a:pt x="220" y="440"/>
                  </a:cubicBezTo>
                  <a:lnTo>
                    <a:pt x="1972" y="440"/>
                  </a:lnTo>
                  <a:cubicBezTo>
                    <a:pt x="2096" y="440"/>
                    <a:pt x="2192" y="335"/>
                    <a:pt x="2192" y="220"/>
                  </a:cubicBezTo>
                  <a:cubicBezTo>
                    <a:pt x="2192" y="96"/>
                    <a:pt x="2096" y="0"/>
                    <a:pt x="1972" y="0"/>
                  </a:cubicBezTo>
                  <a:close/>
                </a:path>
              </a:pathLst>
            </a:custGeom>
            <a:solidFill>
              <a:srgbClr val="F8EB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37"/>
          <p:cNvSpPr/>
          <p:nvPr/>
        </p:nvSpPr>
        <p:spPr>
          <a:xfrm rot="-5400000" flipH="1">
            <a:off x="722400" y="2049033"/>
            <a:ext cx="842000" cy="882800"/>
          </a:xfrm>
          <a:prstGeom prst="round2SameRect">
            <a:avLst>
              <a:gd name="adj1" fmla="val 28715"/>
              <a:gd name="adj2" fmla="val 0"/>
            </a:avLst>
          </a:prstGeom>
          <a:gradFill>
            <a:gsLst>
              <a:gs pos="0">
                <a:srgbClr val="F8F8FF"/>
              </a:gs>
              <a:gs pos="100000">
                <a:srgbClr val="ECEC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29" name="Google Shape;229;p37"/>
          <p:cNvGrpSpPr/>
          <p:nvPr/>
        </p:nvGrpSpPr>
        <p:grpSpPr>
          <a:xfrm>
            <a:off x="969515" y="4088210"/>
            <a:ext cx="369285" cy="448801"/>
            <a:chOff x="8054406" y="3814489"/>
            <a:chExt cx="276964" cy="336601"/>
          </a:xfrm>
        </p:grpSpPr>
        <p:sp>
          <p:nvSpPr>
            <p:cNvPr id="230" name="Google Shape;230;p37"/>
            <p:cNvSpPr/>
            <p:nvPr/>
          </p:nvSpPr>
          <p:spPr>
            <a:xfrm>
              <a:off x="8054406" y="3843218"/>
              <a:ext cx="276964" cy="307872"/>
            </a:xfrm>
            <a:custGeom>
              <a:avLst/>
              <a:gdLst/>
              <a:ahLst/>
              <a:cxnLst/>
              <a:rect l="l" t="t" r="r" b="b"/>
              <a:pathLst>
                <a:path w="10547" h="11724" extrusionOk="0">
                  <a:moveTo>
                    <a:pt x="2441" y="0"/>
                  </a:moveTo>
                  <a:cubicBezTo>
                    <a:pt x="2422" y="0"/>
                    <a:pt x="2393" y="0"/>
                    <a:pt x="2374" y="10"/>
                  </a:cubicBezTo>
                  <a:lnTo>
                    <a:pt x="115" y="928"/>
                  </a:lnTo>
                  <a:cubicBezTo>
                    <a:pt x="48" y="957"/>
                    <a:pt x="0" y="1024"/>
                    <a:pt x="0" y="1101"/>
                  </a:cubicBezTo>
                  <a:lnTo>
                    <a:pt x="0" y="11532"/>
                  </a:lnTo>
                  <a:cubicBezTo>
                    <a:pt x="0" y="11637"/>
                    <a:pt x="77" y="11724"/>
                    <a:pt x="182" y="11724"/>
                  </a:cubicBezTo>
                  <a:lnTo>
                    <a:pt x="10355" y="11724"/>
                  </a:lnTo>
                  <a:cubicBezTo>
                    <a:pt x="10461" y="11724"/>
                    <a:pt x="10537" y="11637"/>
                    <a:pt x="10537" y="11532"/>
                  </a:cubicBezTo>
                  <a:lnTo>
                    <a:pt x="10537" y="1110"/>
                  </a:lnTo>
                  <a:cubicBezTo>
                    <a:pt x="10547" y="1034"/>
                    <a:pt x="10499" y="967"/>
                    <a:pt x="10432" y="928"/>
                  </a:cubicBezTo>
                  <a:lnTo>
                    <a:pt x="8173" y="10"/>
                  </a:lnTo>
                  <a:cubicBezTo>
                    <a:pt x="8154" y="0"/>
                    <a:pt x="8135" y="0"/>
                    <a:pt x="8106" y="0"/>
                  </a:cubicBezTo>
                  <a:lnTo>
                    <a:pt x="8087" y="0"/>
                  </a:lnTo>
                  <a:cubicBezTo>
                    <a:pt x="8020" y="0"/>
                    <a:pt x="7953" y="29"/>
                    <a:pt x="7925" y="86"/>
                  </a:cubicBezTo>
                  <a:lnTo>
                    <a:pt x="6757" y="1962"/>
                  </a:lnTo>
                  <a:lnTo>
                    <a:pt x="6623" y="1818"/>
                  </a:lnTo>
                  <a:cubicBezTo>
                    <a:pt x="6587" y="1782"/>
                    <a:pt x="6539" y="1766"/>
                    <a:pt x="6490" y="1766"/>
                  </a:cubicBezTo>
                  <a:cubicBezTo>
                    <a:pt x="6436" y="1766"/>
                    <a:pt x="6381" y="1787"/>
                    <a:pt x="6345" y="1828"/>
                  </a:cubicBezTo>
                  <a:lnTo>
                    <a:pt x="5743" y="2527"/>
                  </a:lnTo>
                  <a:cubicBezTo>
                    <a:pt x="5704" y="2574"/>
                    <a:pt x="5695" y="2632"/>
                    <a:pt x="5704" y="2689"/>
                  </a:cubicBezTo>
                  <a:lnTo>
                    <a:pt x="6881" y="8757"/>
                  </a:lnTo>
                  <a:lnTo>
                    <a:pt x="5274" y="10317"/>
                  </a:lnTo>
                  <a:lnTo>
                    <a:pt x="3666" y="8757"/>
                  </a:lnTo>
                  <a:lnTo>
                    <a:pt x="4853" y="2689"/>
                  </a:lnTo>
                  <a:cubicBezTo>
                    <a:pt x="4862" y="2632"/>
                    <a:pt x="4843" y="2574"/>
                    <a:pt x="4805" y="2527"/>
                  </a:cubicBezTo>
                  <a:lnTo>
                    <a:pt x="4211" y="1828"/>
                  </a:lnTo>
                  <a:cubicBezTo>
                    <a:pt x="4171" y="1787"/>
                    <a:pt x="4116" y="1766"/>
                    <a:pt x="4063" y="1766"/>
                  </a:cubicBezTo>
                  <a:cubicBezTo>
                    <a:pt x="4016" y="1766"/>
                    <a:pt x="3970" y="1782"/>
                    <a:pt x="3934" y="1818"/>
                  </a:cubicBezTo>
                  <a:lnTo>
                    <a:pt x="3800" y="1962"/>
                  </a:lnTo>
                  <a:lnTo>
                    <a:pt x="2623" y="86"/>
                  </a:lnTo>
                  <a:cubicBezTo>
                    <a:pt x="2594" y="29"/>
                    <a:pt x="2536" y="0"/>
                    <a:pt x="2469" y="0"/>
                  </a:cubicBez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7"/>
            <p:cNvSpPr/>
            <p:nvPr/>
          </p:nvSpPr>
          <p:spPr>
            <a:xfrm>
              <a:off x="8313251" y="3861311"/>
              <a:ext cx="18119" cy="289543"/>
            </a:xfrm>
            <a:custGeom>
              <a:avLst/>
              <a:gdLst/>
              <a:ahLst/>
              <a:cxnLst/>
              <a:rect l="l" t="t" r="r" b="b"/>
              <a:pathLst>
                <a:path w="690" h="11026" extrusionOk="0">
                  <a:moveTo>
                    <a:pt x="1" y="0"/>
                  </a:moveTo>
                  <a:lnTo>
                    <a:pt x="1" y="11025"/>
                  </a:lnTo>
                  <a:lnTo>
                    <a:pt x="498" y="11025"/>
                  </a:lnTo>
                  <a:cubicBezTo>
                    <a:pt x="604" y="11025"/>
                    <a:pt x="690" y="10939"/>
                    <a:pt x="690" y="10843"/>
                  </a:cubicBezTo>
                  <a:lnTo>
                    <a:pt x="690" y="421"/>
                  </a:lnTo>
                  <a:cubicBezTo>
                    <a:pt x="690" y="345"/>
                    <a:pt x="642" y="268"/>
                    <a:pt x="575" y="23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7"/>
            <p:cNvSpPr/>
            <p:nvPr/>
          </p:nvSpPr>
          <p:spPr>
            <a:xfrm>
              <a:off x="8138333" y="3904036"/>
              <a:ext cx="109110" cy="225757"/>
            </a:xfrm>
            <a:custGeom>
              <a:avLst/>
              <a:gdLst/>
              <a:ahLst/>
              <a:cxnLst/>
              <a:rect l="l" t="t" r="r" b="b"/>
              <a:pathLst>
                <a:path w="4155" h="8597" extrusionOk="0">
                  <a:moveTo>
                    <a:pt x="1446" y="0"/>
                  </a:moveTo>
                  <a:cubicBezTo>
                    <a:pt x="1350" y="0"/>
                    <a:pt x="1274" y="67"/>
                    <a:pt x="1255" y="163"/>
                  </a:cubicBezTo>
                  <a:lnTo>
                    <a:pt x="20" y="6546"/>
                  </a:lnTo>
                  <a:cubicBezTo>
                    <a:pt x="1" y="6613"/>
                    <a:pt x="20" y="6680"/>
                    <a:pt x="68" y="6728"/>
                  </a:cubicBezTo>
                  <a:lnTo>
                    <a:pt x="1944" y="8546"/>
                  </a:lnTo>
                  <a:cubicBezTo>
                    <a:pt x="1982" y="8580"/>
                    <a:pt x="2032" y="8597"/>
                    <a:pt x="2081" y="8597"/>
                  </a:cubicBezTo>
                  <a:cubicBezTo>
                    <a:pt x="2130" y="8597"/>
                    <a:pt x="2178" y="8580"/>
                    <a:pt x="2212" y="8546"/>
                  </a:cubicBezTo>
                  <a:lnTo>
                    <a:pt x="4087" y="6728"/>
                  </a:lnTo>
                  <a:cubicBezTo>
                    <a:pt x="4135" y="6680"/>
                    <a:pt x="4154" y="6613"/>
                    <a:pt x="4145" y="6546"/>
                  </a:cubicBezTo>
                  <a:lnTo>
                    <a:pt x="2910" y="163"/>
                  </a:lnTo>
                  <a:cubicBezTo>
                    <a:pt x="2891" y="67"/>
                    <a:pt x="2805" y="0"/>
                    <a:pt x="27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7"/>
            <p:cNvSpPr/>
            <p:nvPr/>
          </p:nvSpPr>
          <p:spPr>
            <a:xfrm>
              <a:off x="8180322" y="3904036"/>
              <a:ext cx="67121" cy="225705"/>
            </a:xfrm>
            <a:custGeom>
              <a:avLst/>
              <a:gdLst/>
              <a:ahLst/>
              <a:cxnLst/>
              <a:rect l="l" t="t" r="r" b="b"/>
              <a:pathLst>
                <a:path w="2556" h="8595" extrusionOk="0">
                  <a:moveTo>
                    <a:pt x="526" y="0"/>
                  </a:moveTo>
                  <a:lnTo>
                    <a:pt x="1742" y="6259"/>
                  </a:lnTo>
                  <a:lnTo>
                    <a:pt x="0" y="8211"/>
                  </a:lnTo>
                  <a:lnTo>
                    <a:pt x="345" y="8537"/>
                  </a:lnTo>
                  <a:cubicBezTo>
                    <a:pt x="383" y="8575"/>
                    <a:pt x="433" y="8594"/>
                    <a:pt x="482" y="8594"/>
                  </a:cubicBezTo>
                  <a:cubicBezTo>
                    <a:pt x="531" y="8594"/>
                    <a:pt x="579" y="8575"/>
                    <a:pt x="613" y="8537"/>
                  </a:cubicBezTo>
                  <a:lnTo>
                    <a:pt x="2488" y="6718"/>
                  </a:lnTo>
                  <a:cubicBezTo>
                    <a:pt x="2536" y="6680"/>
                    <a:pt x="2555" y="6613"/>
                    <a:pt x="2546" y="6546"/>
                  </a:cubicBezTo>
                  <a:lnTo>
                    <a:pt x="1311" y="163"/>
                  </a:lnTo>
                  <a:cubicBezTo>
                    <a:pt x="1292" y="67"/>
                    <a:pt x="1206" y="0"/>
                    <a:pt x="11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7"/>
            <p:cNvSpPr/>
            <p:nvPr/>
          </p:nvSpPr>
          <p:spPr>
            <a:xfrm>
              <a:off x="8155927" y="3857267"/>
              <a:ext cx="74158" cy="55566"/>
            </a:xfrm>
            <a:custGeom>
              <a:avLst/>
              <a:gdLst/>
              <a:ahLst/>
              <a:cxnLst/>
              <a:rect l="l" t="t" r="r" b="b"/>
              <a:pathLst>
                <a:path w="2824" h="2116" extrusionOk="0">
                  <a:moveTo>
                    <a:pt x="1412" y="1"/>
                  </a:moveTo>
                  <a:cubicBezTo>
                    <a:pt x="1365" y="1"/>
                    <a:pt x="1317" y="20"/>
                    <a:pt x="1283" y="58"/>
                  </a:cubicBezTo>
                  <a:lnTo>
                    <a:pt x="68" y="1293"/>
                  </a:lnTo>
                  <a:cubicBezTo>
                    <a:pt x="1" y="1360"/>
                    <a:pt x="1" y="1465"/>
                    <a:pt x="58" y="1542"/>
                  </a:cubicBezTo>
                  <a:lnTo>
                    <a:pt x="556" y="2116"/>
                  </a:lnTo>
                  <a:lnTo>
                    <a:pt x="2269" y="2116"/>
                  </a:lnTo>
                  <a:lnTo>
                    <a:pt x="2767" y="1542"/>
                  </a:lnTo>
                  <a:cubicBezTo>
                    <a:pt x="2824" y="1465"/>
                    <a:pt x="2824" y="1360"/>
                    <a:pt x="2757" y="1293"/>
                  </a:cubicBezTo>
                  <a:lnTo>
                    <a:pt x="1542" y="58"/>
                  </a:lnTo>
                  <a:cubicBezTo>
                    <a:pt x="1508" y="20"/>
                    <a:pt x="1460" y="1"/>
                    <a:pt x="14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8195895" y="3882660"/>
              <a:ext cx="34191" cy="30173"/>
            </a:xfrm>
            <a:custGeom>
              <a:avLst/>
              <a:gdLst/>
              <a:ahLst/>
              <a:cxnLst/>
              <a:rect l="l" t="t" r="r" b="b"/>
              <a:pathLst>
                <a:path w="1302" h="1149" extrusionOk="0">
                  <a:moveTo>
                    <a:pt x="919" y="1"/>
                  </a:moveTo>
                  <a:lnTo>
                    <a:pt x="0" y="1149"/>
                  </a:lnTo>
                  <a:lnTo>
                    <a:pt x="747" y="1149"/>
                  </a:lnTo>
                  <a:lnTo>
                    <a:pt x="1245" y="575"/>
                  </a:lnTo>
                  <a:cubicBezTo>
                    <a:pt x="1302" y="498"/>
                    <a:pt x="1302" y="393"/>
                    <a:pt x="1235" y="32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F8EB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7"/>
            <p:cNvSpPr/>
            <p:nvPr/>
          </p:nvSpPr>
          <p:spPr>
            <a:xfrm>
              <a:off x="8122761" y="3814568"/>
              <a:ext cx="138758" cy="52546"/>
            </a:xfrm>
            <a:custGeom>
              <a:avLst/>
              <a:gdLst/>
              <a:ahLst/>
              <a:cxnLst/>
              <a:rect l="l" t="t" r="r" b="b"/>
              <a:pathLst>
                <a:path w="5284" h="2001" extrusionOk="0">
                  <a:moveTo>
                    <a:pt x="268" y="0"/>
                  </a:moveTo>
                  <a:cubicBezTo>
                    <a:pt x="77" y="0"/>
                    <a:pt x="0" y="239"/>
                    <a:pt x="163" y="345"/>
                  </a:cubicBezTo>
                  <a:lnTo>
                    <a:pt x="2565" y="1972"/>
                  </a:lnTo>
                  <a:cubicBezTo>
                    <a:pt x="2599" y="1991"/>
                    <a:pt x="2637" y="2000"/>
                    <a:pt x="2674" y="2000"/>
                  </a:cubicBezTo>
                  <a:cubicBezTo>
                    <a:pt x="2711" y="2000"/>
                    <a:pt x="2747" y="1991"/>
                    <a:pt x="2776" y="1972"/>
                  </a:cubicBezTo>
                  <a:lnTo>
                    <a:pt x="5188" y="345"/>
                  </a:lnTo>
                  <a:cubicBezTo>
                    <a:pt x="5255" y="297"/>
                    <a:pt x="5283" y="211"/>
                    <a:pt x="5264" y="134"/>
                  </a:cubicBezTo>
                  <a:cubicBezTo>
                    <a:pt x="5235" y="57"/>
                    <a:pt x="5168" y="0"/>
                    <a:pt x="508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7"/>
            <p:cNvSpPr/>
            <p:nvPr/>
          </p:nvSpPr>
          <p:spPr>
            <a:xfrm>
              <a:off x="8113464" y="3814489"/>
              <a:ext cx="84452" cy="93092"/>
            </a:xfrm>
            <a:custGeom>
              <a:avLst/>
              <a:gdLst/>
              <a:ahLst/>
              <a:cxnLst/>
              <a:rect l="l" t="t" r="r" b="b"/>
              <a:pathLst>
                <a:path w="3216" h="3545" extrusionOk="0">
                  <a:moveTo>
                    <a:pt x="623" y="1"/>
                  </a:moveTo>
                  <a:cubicBezTo>
                    <a:pt x="546" y="1"/>
                    <a:pt x="473" y="46"/>
                    <a:pt x="441" y="118"/>
                  </a:cubicBezTo>
                  <a:lnTo>
                    <a:pt x="29" y="1171"/>
                  </a:lnTo>
                  <a:cubicBezTo>
                    <a:pt x="0" y="1228"/>
                    <a:pt x="10" y="1285"/>
                    <a:pt x="39" y="1343"/>
                  </a:cubicBezTo>
                  <a:lnTo>
                    <a:pt x="1359" y="3458"/>
                  </a:lnTo>
                  <a:cubicBezTo>
                    <a:pt x="1388" y="3506"/>
                    <a:pt x="1436" y="3534"/>
                    <a:pt x="1493" y="3544"/>
                  </a:cubicBezTo>
                  <a:lnTo>
                    <a:pt x="1512" y="3544"/>
                  </a:lnTo>
                  <a:cubicBezTo>
                    <a:pt x="1570" y="3544"/>
                    <a:pt x="1618" y="3525"/>
                    <a:pt x="1646" y="3487"/>
                  </a:cubicBezTo>
                  <a:lnTo>
                    <a:pt x="3159" y="1946"/>
                  </a:lnTo>
                  <a:cubicBezTo>
                    <a:pt x="3197" y="1908"/>
                    <a:pt x="3216" y="1850"/>
                    <a:pt x="3216" y="1793"/>
                  </a:cubicBezTo>
                  <a:cubicBezTo>
                    <a:pt x="3206" y="1735"/>
                    <a:pt x="3178" y="1687"/>
                    <a:pt x="3130" y="1659"/>
                  </a:cubicBezTo>
                  <a:lnTo>
                    <a:pt x="728" y="32"/>
                  </a:lnTo>
                  <a:cubicBezTo>
                    <a:pt x="694" y="11"/>
                    <a:pt x="658" y="1"/>
                    <a:pt x="6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7"/>
            <p:cNvSpPr/>
            <p:nvPr/>
          </p:nvSpPr>
          <p:spPr>
            <a:xfrm>
              <a:off x="8187360" y="3814489"/>
              <a:ext cx="84951" cy="93092"/>
            </a:xfrm>
            <a:custGeom>
              <a:avLst/>
              <a:gdLst/>
              <a:ahLst/>
              <a:cxnLst/>
              <a:rect l="l" t="t" r="r" b="b"/>
              <a:pathLst>
                <a:path w="3235" h="3545" extrusionOk="0">
                  <a:moveTo>
                    <a:pt x="2622" y="1"/>
                  </a:moveTo>
                  <a:cubicBezTo>
                    <a:pt x="2587" y="1"/>
                    <a:pt x="2550" y="11"/>
                    <a:pt x="2517" y="32"/>
                  </a:cubicBezTo>
                  <a:lnTo>
                    <a:pt x="105" y="1659"/>
                  </a:lnTo>
                  <a:cubicBezTo>
                    <a:pt x="10" y="1726"/>
                    <a:pt x="0" y="1860"/>
                    <a:pt x="77" y="1946"/>
                  </a:cubicBezTo>
                  <a:lnTo>
                    <a:pt x="1589" y="3487"/>
                  </a:lnTo>
                  <a:cubicBezTo>
                    <a:pt x="1617" y="3525"/>
                    <a:pt x="1665" y="3544"/>
                    <a:pt x="1723" y="3544"/>
                  </a:cubicBezTo>
                  <a:lnTo>
                    <a:pt x="1742" y="3544"/>
                  </a:lnTo>
                  <a:cubicBezTo>
                    <a:pt x="1799" y="3534"/>
                    <a:pt x="1847" y="3506"/>
                    <a:pt x="1876" y="3458"/>
                  </a:cubicBezTo>
                  <a:lnTo>
                    <a:pt x="3197" y="1343"/>
                  </a:lnTo>
                  <a:cubicBezTo>
                    <a:pt x="3225" y="1285"/>
                    <a:pt x="3235" y="1228"/>
                    <a:pt x="3216" y="1171"/>
                  </a:cubicBezTo>
                  <a:lnTo>
                    <a:pt x="2795" y="118"/>
                  </a:lnTo>
                  <a:cubicBezTo>
                    <a:pt x="2768" y="46"/>
                    <a:pt x="2698" y="1"/>
                    <a:pt x="26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37"/>
          <p:cNvGrpSpPr/>
          <p:nvPr/>
        </p:nvGrpSpPr>
        <p:grpSpPr>
          <a:xfrm>
            <a:off x="895113" y="5024821"/>
            <a:ext cx="518092" cy="517743"/>
            <a:chOff x="4886058" y="1965890"/>
            <a:chExt cx="388569" cy="388307"/>
          </a:xfrm>
        </p:grpSpPr>
        <p:sp>
          <p:nvSpPr>
            <p:cNvPr id="240" name="Google Shape;240;p37"/>
            <p:cNvSpPr/>
            <p:nvPr/>
          </p:nvSpPr>
          <p:spPr>
            <a:xfrm>
              <a:off x="4886058" y="1965890"/>
              <a:ext cx="388569" cy="388307"/>
            </a:xfrm>
            <a:custGeom>
              <a:avLst/>
              <a:gdLst/>
              <a:ahLst/>
              <a:cxnLst/>
              <a:rect l="l" t="t" r="r" b="b"/>
              <a:pathLst>
                <a:path w="14797" h="14787" extrusionOk="0">
                  <a:moveTo>
                    <a:pt x="7398" y="0"/>
                  </a:moveTo>
                  <a:cubicBezTo>
                    <a:pt x="3312" y="0"/>
                    <a:pt x="1" y="3312"/>
                    <a:pt x="1" y="7398"/>
                  </a:cubicBezTo>
                  <a:cubicBezTo>
                    <a:pt x="1" y="11475"/>
                    <a:pt x="3312" y="14786"/>
                    <a:pt x="7398" y="14786"/>
                  </a:cubicBezTo>
                  <a:cubicBezTo>
                    <a:pt x="11485" y="14786"/>
                    <a:pt x="14796" y="11475"/>
                    <a:pt x="14796" y="7398"/>
                  </a:cubicBezTo>
                  <a:cubicBezTo>
                    <a:pt x="14796" y="3312"/>
                    <a:pt x="11485" y="0"/>
                    <a:pt x="739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7"/>
            <p:cNvSpPr/>
            <p:nvPr/>
          </p:nvSpPr>
          <p:spPr>
            <a:xfrm>
              <a:off x="4896352" y="1992150"/>
              <a:ext cx="368218" cy="335787"/>
            </a:xfrm>
            <a:custGeom>
              <a:avLst/>
              <a:gdLst/>
              <a:ahLst/>
              <a:cxnLst/>
              <a:rect l="l" t="t" r="r" b="b"/>
              <a:pathLst>
                <a:path w="14022" h="12787" extrusionOk="0">
                  <a:moveTo>
                    <a:pt x="7008" y="0"/>
                  </a:moveTo>
                  <a:cubicBezTo>
                    <a:pt x="5356" y="0"/>
                    <a:pt x="3705" y="618"/>
                    <a:pt x="2470" y="1852"/>
                  </a:cubicBezTo>
                  <a:cubicBezTo>
                    <a:pt x="1" y="4331"/>
                    <a:pt x="1" y="8465"/>
                    <a:pt x="2470" y="10934"/>
                  </a:cubicBezTo>
                  <a:cubicBezTo>
                    <a:pt x="3705" y="12169"/>
                    <a:pt x="5356" y="12786"/>
                    <a:pt x="7008" y="12786"/>
                  </a:cubicBezTo>
                  <a:cubicBezTo>
                    <a:pt x="8660" y="12786"/>
                    <a:pt x="10313" y="12169"/>
                    <a:pt x="11552" y="10934"/>
                  </a:cubicBezTo>
                  <a:cubicBezTo>
                    <a:pt x="14021" y="8465"/>
                    <a:pt x="14021" y="4331"/>
                    <a:pt x="11552" y="1852"/>
                  </a:cubicBezTo>
                  <a:cubicBezTo>
                    <a:pt x="10313" y="618"/>
                    <a:pt x="8660" y="0"/>
                    <a:pt x="70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7"/>
            <p:cNvSpPr/>
            <p:nvPr/>
          </p:nvSpPr>
          <p:spPr>
            <a:xfrm>
              <a:off x="5056958" y="1992072"/>
              <a:ext cx="207612" cy="336102"/>
            </a:xfrm>
            <a:custGeom>
              <a:avLst/>
              <a:gdLst/>
              <a:ahLst/>
              <a:cxnLst/>
              <a:rect l="l" t="t" r="r" b="b"/>
              <a:pathLst>
                <a:path w="7906" h="12799" extrusionOk="0">
                  <a:moveTo>
                    <a:pt x="911" y="0"/>
                  </a:moveTo>
                  <a:cubicBezTo>
                    <a:pt x="609" y="0"/>
                    <a:pt x="304" y="22"/>
                    <a:pt x="0" y="66"/>
                  </a:cubicBezTo>
                  <a:cubicBezTo>
                    <a:pt x="1379" y="247"/>
                    <a:pt x="2661" y="879"/>
                    <a:pt x="3647" y="1855"/>
                  </a:cubicBezTo>
                  <a:cubicBezTo>
                    <a:pt x="6116" y="4334"/>
                    <a:pt x="6116" y="8468"/>
                    <a:pt x="3647" y="10937"/>
                  </a:cubicBezTo>
                  <a:cubicBezTo>
                    <a:pt x="2661" y="11923"/>
                    <a:pt x="1379" y="12545"/>
                    <a:pt x="0" y="12737"/>
                  </a:cubicBezTo>
                  <a:cubicBezTo>
                    <a:pt x="299" y="12778"/>
                    <a:pt x="599" y="12799"/>
                    <a:pt x="896" y="12799"/>
                  </a:cubicBezTo>
                  <a:cubicBezTo>
                    <a:pt x="2582" y="12799"/>
                    <a:pt x="4216" y="12141"/>
                    <a:pt x="5436" y="10937"/>
                  </a:cubicBezTo>
                  <a:cubicBezTo>
                    <a:pt x="7905" y="8468"/>
                    <a:pt x="7905" y="4334"/>
                    <a:pt x="5436" y="1855"/>
                  </a:cubicBezTo>
                  <a:cubicBezTo>
                    <a:pt x="4220" y="663"/>
                    <a:pt x="2591" y="0"/>
                    <a:pt x="9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7"/>
            <p:cNvSpPr/>
            <p:nvPr/>
          </p:nvSpPr>
          <p:spPr>
            <a:xfrm>
              <a:off x="5074158" y="1993647"/>
              <a:ext cx="12342" cy="39364"/>
            </a:xfrm>
            <a:custGeom>
              <a:avLst/>
              <a:gdLst/>
              <a:ahLst/>
              <a:cxnLst/>
              <a:rect l="l" t="t" r="r" b="b"/>
              <a:pathLst>
                <a:path w="470" h="1499" extrusionOk="0">
                  <a:moveTo>
                    <a:pt x="235" y="1"/>
                  </a:moveTo>
                  <a:cubicBezTo>
                    <a:pt x="118" y="1"/>
                    <a:pt x="1" y="82"/>
                    <a:pt x="15" y="245"/>
                  </a:cubicBezTo>
                  <a:lnTo>
                    <a:pt x="15" y="1278"/>
                  </a:lnTo>
                  <a:cubicBezTo>
                    <a:pt x="15" y="1403"/>
                    <a:pt x="111" y="1499"/>
                    <a:pt x="235" y="1499"/>
                  </a:cubicBezTo>
                  <a:cubicBezTo>
                    <a:pt x="360" y="1499"/>
                    <a:pt x="456" y="1403"/>
                    <a:pt x="456" y="1278"/>
                  </a:cubicBezTo>
                  <a:lnTo>
                    <a:pt x="456" y="245"/>
                  </a:lnTo>
                  <a:cubicBezTo>
                    <a:pt x="470" y="82"/>
                    <a:pt x="353" y="1"/>
                    <a:pt x="2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7"/>
            <p:cNvSpPr/>
            <p:nvPr/>
          </p:nvSpPr>
          <p:spPr>
            <a:xfrm>
              <a:off x="5074158" y="2286866"/>
              <a:ext cx="12342" cy="39416"/>
            </a:xfrm>
            <a:custGeom>
              <a:avLst/>
              <a:gdLst/>
              <a:ahLst/>
              <a:cxnLst/>
              <a:rect l="l" t="t" r="r" b="b"/>
              <a:pathLst>
                <a:path w="470" h="1501" extrusionOk="0">
                  <a:moveTo>
                    <a:pt x="235" y="1"/>
                  </a:moveTo>
                  <a:cubicBezTo>
                    <a:pt x="118" y="1"/>
                    <a:pt x="1" y="80"/>
                    <a:pt x="15" y="238"/>
                  </a:cubicBezTo>
                  <a:lnTo>
                    <a:pt x="15" y="1271"/>
                  </a:lnTo>
                  <a:cubicBezTo>
                    <a:pt x="15" y="1396"/>
                    <a:pt x="111" y="1501"/>
                    <a:pt x="235" y="1501"/>
                  </a:cubicBezTo>
                  <a:cubicBezTo>
                    <a:pt x="360" y="1491"/>
                    <a:pt x="456" y="1396"/>
                    <a:pt x="456" y="1271"/>
                  </a:cubicBezTo>
                  <a:lnTo>
                    <a:pt x="456" y="238"/>
                  </a:lnTo>
                  <a:cubicBezTo>
                    <a:pt x="470" y="80"/>
                    <a:pt x="353" y="1"/>
                    <a:pt x="2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5205984" y="2153597"/>
              <a:ext cx="42515" cy="11633"/>
            </a:xfrm>
            <a:custGeom>
              <a:avLst/>
              <a:gdLst/>
              <a:ahLst/>
              <a:cxnLst/>
              <a:rect l="l" t="t" r="r" b="b"/>
              <a:pathLst>
                <a:path w="1619" h="443" extrusionOk="0">
                  <a:moveTo>
                    <a:pt x="1338" y="0"/>
                  </a:moveTo>
                  <a:cubicBezTo>
                    <a:pt x="1329" y="0"/>
                    <a:pt x="1321" y="0"/>
                    <a:pt x="1312" y="1"/>
                  </a:cubicBezTo>
                  <a:lnTo>
                    <a:pt x="278" y="1"/>
                  </a:lnTo>
                  <a:cubicBezTo>
                    <a:pt x="1" y="20"/>
                    <a:pt x="1" y="422"/>
                    <a:pt x="278" y="441"/>
                  </a:cubicBezTo>
                  <a:lnTo>
                    <a:pt x="1312" y="441"/>
                  </a:lnTo>
                  <a:cubicBezTo>
                    <a:pt x="1321" y="442"/>
                    <a:pt x="1329" y="443"/>
                    <a:pt x="1338" y="443"/>
                  </a:cubicBezTo>
                  <a:cubicBezTo>
                    <a:pt x="1619" y="443"/>
                    <a:pt x="1619" y="0"/>
                    <a:pt x="13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4912948" y="2153623"/>
              <a:ext cx="41753" cy="11581"/>
            </a:xfrm>
            <a:custGeom>
              <a:avLst/>
              <a:gdLst/>
              <a:ahLst/>
              <a:cxnLst/>
              <a:rect l="l" t="t" r="r" b="b"/>
              <a:pathLst>
                <a:path w="1590" h="441" extrusionOk="0">
                  <a:moveTo>
                    <a:pt x="278" y="0"/>
                  </a:moveTo>
                  <a:cubicBezTo>
                    <a:pt x="1" y="19"/>
                    <a:pt x="1" y="421"/>
                    <a:pt x="278" y="440"/>
                  </a:cubicBezTo>
                  <a:lnTo>
                    <a:pt x="1312" y="440"/>
                  </a:lnTo>
                  <a:cubicBezTo>
                    <a:pt x="1589" y="421"/>
                    <a:pt x="1589" y="19"/>
                    <a:pt x="13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7"/>
            <p:cNvSpPr/>
            <p:nvPr/>
          </p:nvSpPr>
          <p:spPr>
            <a:xfrm>
              <a:off x="5002101" y="2140808"/>
              <a:ext cx="97608" cy="96400"/>
            </a:xfrm>
            <a:custGeom>
              <a:avLst/>
              <a:gdLst/>
              <a:ahLst/>
              <a:cxnLst/>
              <a:rect l="l" t="t" r="r" b="b"/>
              <a:pathLst>
                <a:path w="3717" h="3671" extrusionOk="0">
                  <a:moveTo>
                    <a:pt x="2243" y="0"/>
                  </a:moveTo>
                  <a:lnTo>
                    <a:pt x="70" y="3436"/>
                  </a:lnTo>
                  <a:cubicBezTo>
                    <a:pt x="1" y="3544"/>
                    <a:pt x="93" y="3670"/>
                    <a:pt x="201" y="3670"/>
                  </a:cubicBezTo>
                  <a:cubicBezTo>
                    <a:pt x="228" y="3670"/>
                    <a:pt x="255" y="3663"/>
                    <a:pt x="281" y="3646"/>
                  </a:cubicBezTo>
                  <a:lnTo>
                    <a:pt x="3716" y="1474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7"/>
            <p:cNvSpPr/>
            <p:nvPr/>
          </p:nvSpPr>
          <p:spPr>
            <a:xfrm>
              <a:off x="5002101" y="2165177"/>
              <a:ext cx="97608" cy="72031"/>
            </a:xfrm>
            <a:custGeom>
              <a:avLst/>
              <a:gdLst/>
              <a:ahLst/>
              <a:cxnLst/>
              <a:rect l="l" t="t" r="r" b="b"/>
              <a:pathLst>
                <a:path w="3717" h="2743" extrusionOk="0">
                  <a:moveTo>
                    <a:pt x="3171" y="0"/>
                  </a:moveTo>
                  <a:lnTo>
                    <a:pt x="654" y="1580"/>
                  </a:lnTo>
                  <a:lnTo>
                    <a:pt x="70" y="2508"/>
                  </a:lnTo>
                  <a:cubicBezTo>
                    <a:pt x="1" y="2616"/>
                    <a:pt x="93" y="2742"/>
                    <a:pt x="201" y="2742"/>
                  </a:cubicBezTo>
                  <a:cubicBezTo>
                    <a:pt x="228" y="2742"/>
                    <a:pt x="255" y="2735"/>
                    <a:pt x="281" y="2718"/>
                  </a:cubicBezTo>
                  <a:lnTo>
                    <a:pt x="3716" y="546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7"/>
            <p:cNvSpPr/>
            <p:nvPr/>
          </p:nvSpPr>
          <p:spPr>
            <a:xfrm>
              <a:off x="5061238" y="2082984"/>
              <a:ext cx="97503" cy="96532"/>
            </a:xfrm>
            <a:custGeom>
              <a:avLst/>
              <a:gdLst/>
              <a:ahLst/>
              <a:cxnLst/>
              <a:rect l="l" t="t" r="r" b="b"/>
              <a:pathLst>
                <a:path w="3713" h="3676" extrusionOk="0">
                  <a:moveTo>
                    <a:pt x="3521" y="1"/>
                  </a:moveTo>
                  <a:cubicBezTo>
                    <a:pt x="3493" y="1"/>
                    <a:pt x="3464" y="10"/>
                    <a:pt x="3436" y="30"/>
                  </a:cubicBezTo>
                  <a:lnTo>
                    <a:pt x="0" y="2202"/>
                  </a:lnTo>
                  <a:lnTo>
                    <a:pt x="1474" y="3676"/>
                  </a:lnTo>
                  <a:lnTo>
                    <a:pt x="3637" y="231"/>
                  </a:lnTo>
                  <a:cubicBezTo>
                    <a:pt x="3712" y="125"/>
                    <a:pt x="3627" y="1"/>
                    <a:pt x="35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7"/>
            <p:cNvSpPr/>
            <p:nvPr/>
          </p:nvSpPr>
          <p:spPr>
            <a:xfrm>
              <a:off x="5085345" y="2083089"/>
              <a:ext cx="73213" cy="96190"/>
            </a:xfrm>
            <a:custGeom>
              <a:avLst/>
              <a:gdLst/>
              <a:ahLst/>
              <a:cxnLst/>
              <a:rect l="l" t="t" r="r" b="b"/>
              <a:pathLst>
                <a:path w="2788" h="3663" extrusionOk="0">
                  <a:moveTo>
                    <a:pt x="2599" y="1"/>
                  </a:moveTo>
                  <a:cubicBezTo>
                    <a:pt x="2573" y="1"/>
                    <a:pt x="2545" y="8"/>
                    <a:pt x="2518" y="26"/>
                  </a:cubicBezTo>
                  <a:lnTo>
                    <a:pt x="1590" y="609"/>
                  </a:lnTo>
                  <a:lnTo>
                    <a:pt x="1" y="3117"/>
                  </a:lnTo>
                  <a:lnTo>
                    <a:pt x="546" y="3662"/>
                  </a:lnTo>
                  <a:lnTo>
                    <a:pt x="2719" y="227"/>
                  </a:lnTo>
                  <a:cubicBezTo>
                    <a:pt x="2788" y="120"/>
                    <a:pt x="2704" y="1"/>
                    <a:pt x="25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37"/>
          <p:cNvGrpSpPr/>
          <p:nvPr/>
        </p:nvGrpSpPr>
        <p:grpSpPr>
          <a:xfrm>
            <a:off x="910323" y="1315439"/>
            <a:ext cx="487671" cy="487661"/>
            <a:chOff x="6086331" y="2905337"/>
            <a:chExt cx="364441" cy="364834"/>
          </a:xfrm>
        </p:grpSpPr>
        <p:sp>
          <p:nvSpPr>
            <p:cNvPr id="252" name="Google Shape;252;p37"/>
            <p:cNvSpPr/>
            <p:nvPr/>
          </p:nvSpPr>
          <p:spPr>
            <a:xfrm>
              <a:off x="6086331" y="2905337"/>
              <a:ext cx="277407" cy="277433"/>
            </a:xfrm>
            <a:custGeom>
              <a:avLst/>
              <a:gdLst/>
              <a:ahLst/>
              <a:cxnLst/>
              <a:rect l="l" t="t" r="r" b="b"/>
              <a:pathLst>
                <a:path w="10582" h="10583" extrusionOk="0">
                  <a:moveTo>
                    <a:pt x="4952" y="1"/>
                  </a:moveTo>
                  <a:cubicBezTo>
                    <a:pt x="4735" y="1"/>
                    <a:pt x="4533" y="160"/>
                    <a:pt x="4490" y="391"/>
                  </a:cubicBezTo>
                  <a:lnTo>
                    <a:pt x="4245" y="1589"/>
                  </a:lnTo>
                  <a:cubicBezTo>
                    <a:pt x="3956" y="1675"/>
                    <a:pt x="3667" y="1791"/>
                    <a:pt x="3407" y="1935"/>
                  </a:cubicBezTo>
                  <a:lnTo>
                    <a:pt x="2382" y="1257"/>
                  </a:lnTo>
                  <a:cubicBezTo>
                    <a:pt x="2303" y="1202"/>
                    <a:pt x="2210" y="1175"/>
                    <a:pt x="2117" y="1175"/>
                  </a:cubicBezTo>
                  <a:cubicBezTo>
                    <a:pt x="1992" y="1175"/>
                    <a:pt x="1867" y="1223"/>
                    <a:pt x="1776" y="1315"/>
                  </a:cubicBezTo>
                  <a:lnTo>
                    <a:pt x="1314" y="1791"/>
                  </a:lnTo>
                  <a:cubicBezTo>
                    <a:pt x="1155" y="1950"/>
                    <a:pt x="1127" y="2195"/>
                    <a:pt x="1256" y="2397"/>
                  </a:cubicBezTo>
                  <a:lnTo>
                    <a:pt x="1935" y="3408"/>
                  </a:lnTo>
                  <a:cubicBezTo>
                    <a:pt x="1776" y="3668"/>
                    <a:pt x="1661" y="3956"/>
                    <a:pt x="1589" y="4259"/>
                  </a:cubicBezTo>
                  <a:lnTo>
                    <a:pt x="376" y="4490"/>
                  </a:lnTo>
                  <a:cubicBezTo>
                    <a:pt x="159" y="4534"/>
                    <a:pt x="1" y="4736"/>
                    <a:pt x="1" y="4967"/>
                  </a:cubicBezTo>
                  <a:lnTo>
                    <a:pt x="1" y="5616"/>
                  </a:lnTo>
                  <a:cubicBezTo>
                    <a:pt x="1" y="5847"/>
                    <a:pt x="159" y="6049"/>
                    <a:pt x="376" y="6093"/>
                  </a:cubicBezTo>
                  <a:lnTo>
                    <a:pt x="1589" y="6338"/>
                  </a:lnTo>
                  <a:cubicBezTo>
                    <a:pt x="1661" y="6627"/>
                    <a:pt x="1776" y="6915"/>
                    <a:pt x="1935" y="7175"/>
                  </a:cubicBezTo>
                  <a:lnTo>
                    <a:pt x="1256" y="8200"/>
                  </a:lnTo>
                  <a:cubicBezTo>
                    <a:pt x="1127" y="8388"/>
                    <a:pt x="1155" y="8633"/>
                    <a:pt x="1314" y="8807"/>
                  </a:cubicBezTo>
                  <a:lnTo>
                    <a:pt x="1776" y="9268"/>
                  </a:lnTo>
                  <a:cubicBezTo>
                    <a:pt x="1867" y="9360"/>
                    <a:pt x="1992" y="9408"/>
                    <a:pt x="2117" y="9408"/>
                  </a:cubicBezTo>
                  <a:cubicBezTo>
                    <a:pt x="2210" y="9408"/>
                    <a:pt x="2303" y="9381"/>
                    <a:pt x="2382" y="9326"/>
                  </a:cubicBezTo>
                  <a:lnTo>
                    <a:pt x="3407" y="8648"/>
                  </a:lnTo>
                  <a:cubicBezTo>
                    <a:pt x="3667" y="8792"/>
                    <a:pt x="3956" y="8908"/>
                    <a:pt x="4245" y="8994"/>
                  </a:cubicBezTo>
                  <a:lnTo>
                    <a:pt x="4490" y="10192"/>
                  </a:lnTo>
                  <a:cubicBezTo>
                    <a:pt x="4533" y="10423"/>
                    <a:pt x="4735" y="10582"/>
                    <a:pt x="4952" y="10582"/>
                  </a:cubicBezTo>
                  <a:lnTo>
                    <a:pt x="5616" y="10582"/>
                  </a:lnTo>
                  <a:cubicBezTo>
                    <a:pt x="5847" y="10582"/>
                    <a:pt x="6035" y="10423"/>
                    <a:pt x="6078" y="10192"/>
                  </a:cubicBezTo>
                  <a:lnTo>
                    <a:pt x="6323" y="8994"/>
                  </a:lnTo>
                  <a:cubicBezTo>
                    <a:pt x="6612" y="8908"/>
                    <a:pt x="6901" y="8792"/>
                    <a:pt x="7175" y="8648"/>
                  </a:cubicBezTo>
                  <a:lnTo>
                    <a:pt x="8186" y="9326"/>
                  </a:lnTo>
                  <a:cubicBezTo>
                    <a:pt x="8265" y="9381"/>
                    <a:pt x="8358" y="9408"/>
                    <a:pt x="8451" y="9408"/>
                  </a:cubicBezTo>
                  <a:cubicBezTo>
                    <a:pt x="8576" y="9408"/>
                    <a:pt x="8701" y="9360"/>
                    <a:pt x="8792" y="9268"/>
                  </a:cubicBezTo>
                  <a:lnTo>
                    <a:pt x="9254" y="8807"/>
                  </a:lnTo>
                  <a:cubicBezTo>
                    <a:pt x="9413" y="8633"/>
                    <a:pt x="9441" y="8388"/>
                    <a:pt x="9311" y="8200"/>
                  </a:cubicBezTo>
                  <a:lnTo>
                    <a:pt x="8633" y="7175"/>
                  </a:lnTo>
                  <a:cubicBezTo>
                    <a:pt x="8792" y="6915"/>
                    <a:pt x="8907" y="6627"/>
                    <a:pt x="8994" y="6338"/>
                  </a:cubicBezTo>
                  <a:lnTo>
                    <a:pt x="10192" y="6093"/>
                  </a:lnTo>
                  <a:cubicBezTo>
                    <a:pt x="10409" y="6049"/>
                    <a:pt x="10567" y="5847"/>
                    <a:pt x="10582" y="5616"/>
                  </a:cubicBezTo>
                  <a:lnTo>
                    <a:pt x="10582" y="4967"/>
                  </a:lnTo>
                  <a:cubicBezTo>
                    <a:pt x="10567" y="4736"/>
                    <a:pt x="10409" y="4534"/>
                    <a:pt x="10192" y="4490"/>
                  </a:cubicBezTo>
                  <a:lnTo>
                    <a:pt x="8994" y="4259"/>
                  </a:lnTo>
                  <a:cubicBezTo>
                    <a:pt x="8907" y="3956"/>
                    <a:pt x="8792" y="3682"/>
                    <a:pt x="8647" y="3408"/>
                  </a:cubicBezTo>
                  <a:lnTo>
                    <a:pt x="9311" y="2397"/>
                  </a:lnTo>
                  <a:cubicBezTo>
                    <a:pt x="9441" y="2195"/>
                    <a:pt x="9413" y="1950"/>
                    <a:pt x="9254" y="1791"/>
                  </a:cubicBezTo>
                  <a:lnTo>
                    <a:pt x="8792" y="1315"/>
                  </a:lnTo>
                  <a:cubicBezTo>
                    <a:pt x="8701" y="1223"/>
                    <a:pt x="8576" y="1175"/>
                    <a:pt x="8451" y="1175"/>
                  </a:cubicBezTo>
                  <a:cubicBezTo>
                    <a:pt x="8358" y="1175"/>
                    <a:pt x="8265" y="1202"/>
                    <a:pt x="8186" y="1257"/>
                  </a:cubicBezTo>
                  <a:lnTo>
                    <a:pt x="7175" y="1935"/>
                  </a:lnTo>
                  <a:cubicBezTo>
                    <a:pt x="6901" y="1791"/>
                    <a:pt x="6612" y="1675"/>
                    <a:pt x="6323" y="1589"/>
                  </a:cubicBezTo>
                  <a:lnTo>
                    <a:pt x="6078" y="391"/>
                  </a:lnTo>
                  <a:cubicBezTo>
                    <a:pt x="6035" y="160"/>
                    <a:pt x="5847" y="1"/>
                    <a:pt x="561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7"/>
            <p:cNvSpPr/>
            <p:nvPr/>
          </p:nvSpPr>
          <p:spPr>
            <a:xfrm>
              <a:off x="6143480" y="2983301"/>
              <a:ext cx="142321" cy="121821"/>
            </a:xfrm>
            <a:custGeom>
              <a:avLst/>
              <a:gdLst/>
              <a:ahLst/>
              <a:cxnLst/>
              <a:rect l="l" t="t" r="r" b="b"/>
              <a:pathLst>
                <a:path w="5429" h="4647" extrusionOk="0">
                  <a:moveTo>
                    <a:pt x="3104" y="1"/>
                  </a:moveTo>
                  <a:cubicBezTo>
                    <a:pt x="1040" y="1"/>
                    <a:pt x="0" y="2498"/>
                    <a:pt x="1458" y="3956"/>
                  </a:cubicBezTo>
                  <a:cubicBezTo>
                    <a:pt x="1931" y="4433"/>
                    <a:pt x="2515" y="4647"/>
                    <a:pt x="3087" y="4647"/>
                  </a:cubicBezTo>
                  <a:cubicBezTo>
                    <a:pt x="4281" y="4647"/>
                    <a:pt x="5428" y="3720"/>
                    <a:pt x="5428" y="2325"/>
                  </a:cubicBezTo>
                  <a:cubicBezTo>
                    <a:pt x="5428" y="1040"/>
                    <a:pt x="4389" y="1"/>
                    <a:pt x="3104" y="1"/>
                  </a:cubicBez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7"/>
            <p:cNvSpPr/>
            <p:nvPr/>
          </p:nvSpPr>
          <p:spPr>
            <a:xfrm>
              <a:off x="6184349" y="3013946"/>
              <a:ext cx="70781" cy="60557"/>
            </a:xfrm>
            <a:custGeom>
              <a:avLst/>
              <a:gdLst/>
              <a:ahLst/>
              <a:cxnLst/>
              <a:rect l="l" t="t" r="r" b="b"/>
              <a:pathLst>
                <a:path w="2700" h="2310" extrusionOk="0">
                  <a:moveTo>
                    <a:pt x="1545" y="1"/>
                  </a:moveTo>
                  <a:cubicBezTo>
                    <a:pt x="520" y="1"/>
                    <a:pt x="0" y="1242"/>
                    <a:pt x="722" y="1964"/>
                  </a:cubicBezTo>
                  <a:cubicBezTo>
                    <a:pt x="961" y="2203"/>
                    <a:pt x="1253" y="2310"/>
                    <a:pt x="1539" y="2310"/>
                  </a:cubicBezTo>
                  <a:cubicBezTo>
                    <a:pt x="2134" y="2310"/>
                    <a:pt x="2700" y="1848"/>
                    <a:pt x="2700" y="1156"/>
                  </a:cubicBezTo>
                  <a:cubicBezTo>
                    <a:pt x="2700" y="506"/>
                    <a:pt x="2180" y="1"/>
                    <a:pt x="1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7"/>
            <p:cNvSpPr/>
            <p:nvPr/>
          </p:nvSpPr>
          <p:spPr>
            <a:xfrm>
              <a:off x="6268368" y="3087374"/>
              <a:ext cx="182404" cy="182797"/>
            </a:xfrm>
            <a:custGeom>
              <a:avLst/>
              <a:gdLst/>
              <a:ahLst/>
              <a:cxnLst/>
              <a:rect l="l" t="t" r="r" b="b"/>
              <a:pathLst>
                <a:path w="6958" h="6973" extrusionOk="0">
                  <a:moveTo>
                    <a:pt x="3262" y="0"/>
                  </a:moveTo>
                  <a:cubicBezTo>
                    <a:pt x="3118" y="0"/>
                    <a:pt x="2988" y="116"/>
                    <a:pt x="2945" y="260"/>
                  </a:cubicBezTo>
                  <a:lnTo>
                    <a:pt x="2801" y="1054"/>
                  </a:lnTo>
                  <a:cubicBezTo>
                    <a:pt x="2598" y="1097"/>
                    <a:pt x="2411" y="1184"/>
                    <a:pt x="2238" y="1285"/>
                  </a:cubicBezTo>
                  <a:lnTo>
                    <a:pt x="1574" y="838"/>
                  </a:lnTo>
                  <a:cubicBezTo>
                    <a:pt x="1518" y="800"/>
                    <a:pt x="1454" y="782"/>
                    <a:pt x="1392" y="782"/>
                  </a:cubicBezTo>
                  <a:cubicBezTo>
                    <a:pt x="1308" y="782"/>
                    <a:pt x="1227" y="815"/>
                    <a:pt x="1169" y="881"/>
                  </a:cubicBezTo>
                  <a:lnTo>
                    <a:pt x="866" y="1184"/>
                  </a:lnTo>
                  <a:cubicBezTo>
                    <a:pt x="765" y="1285"/>
                    <a:pt x="736" y="1458"/>
                    <a:pt x="823" y="1574"/>
                  </a:cubicBezTo>
                  <a:lnTo>
                    <a:pt x="1270" y="2252"/>
                  </a:lnTo>
                  <a:cubicBezTo>
                    <a:pt x="1169" y="2426"/>
                    <a:pt x="1097" y="2613"/>
                    <a:pt x="1039" y="2801"/>
                  </a:cubicBezTo>
                  <a:lnTo>
                    <a:pt x="260" y="2960"/>
                  </a:lnTo>
                  <a:cubicBezTo>
                    <a:pt x="101" y="2988"/>
                    <a:pt x="0" y="3118"/>
                    <a:pt x="0" y="3277"/>
                  </a:cubicBezTo>
                  <a:lnTo>
                    <a:pt x="0" y="3710"/>
                  </a:lnTo>
                  <a:cubicBezTo>
                    <a:pt x="0" y="3855"/>
                    <a:pt x="101" y="3985"/>
                    <a:pt x="260" y="4013"/>
                  </a:cubicBezTo>
                  <a:lnTo>
                    <a:pt x="1039" y="4172"/>
                  </a:lnTo>
                  <a:cubicBezTo>
                    <a:pt x="1097" y="4360"/>
                    <a:pt x="1169" y="4548"/>
                    <a:pt x="1270" y="4735"/>
                  </a:cubicBezTo>
                  <a:lnTo>
                    <a:pt x="823" y="5399"/>
                  </a:lnTo>
                  <a:cubicBezTo>
                    <a:pt x="751" y="5529"/>
                    <a:pt x="765" y="5688"/>
                    <a:pt x="866" y="5803"/>
                  </a:cubicBezTo>
                  <a:lnTo>
                    <a:pt x="1169" y="6107"/>
                  </a:lnTo>
                  <a:cubicBezTo>
                    <a:pt x="1234" y="6163"/>
                    <a:pt x="1312" y="6192"/>
                    <a:pt x="1390" y="6192"/>
                  </a:cubicBezTo>
                  <a:cubicBezTo>
                    <a:pt x="1453" y="6192"/>
                    <a:pt x="1516" y="6174"/>
                    <a:pt x="1574" y="6135"/>
                  </a:cubicBezTo>
                  <a:lnTo>
                    <a:pt x="2238" y="5702"/>
                  </a:lnTo>
                  <a:cubicBezTo>
                    <a:pt x="2411" y="5789"/>
                    <a:pt x="2598" y="5876"/>
                    <a:pt x="2801" y="5919"/>
                  </a:cubicBezTo>
                  <a:lnTo>
                    <a:pt x="2959" y="6713"/>
                  </a:lnTo>
                  <a:cubicBezTo>
                    <a:pt x="2988" y="6857"/>
                    <a:pt x="3118" y="6973"/>
                    <a:pt x="3262" y="6973"/>
                  </a:cubicBezTo>
                  <a:lnTo>
                    <a:pt x="3696" y="6973"/>
                  </a:lnTo>
                  <a:cubicBezTo>
                    <a:pt x="3840" y="6973"/>
                    <a:pt x="3970" y="6857"/>
                    <a:pt x="3999" y="6713"/>
                  </a:cubicBezTo>
                  <a:lnTo>
                    <a:pt x="4157" y="5919"/>
                  </a:lnTo>
                  <a:cubicBezTo>
                    <a:pt x="4360" y="5876"/>
                    <a:pt x="4547" y="5789"/>
                    <a:pt x="4720" y="5702"/>
                  </a:cubicBezTo>
                  <a:lnTo>
                    <a:pt x="5384" y="6135"/>
                  </a:lnTo>
                  <a:cubicBezTo>
                    <a:pt x="5442" y="6174"/>
                    <a:pt x="5505" y="6192"/>
                    <a:pt x="5568" y="6192"/>
                  </a:cubicBezTo>
                  <a:cubicBezTo>
                    <a:pt x="5646" y="6192"/>
                    <a:pt x="5724" y="6163"/>
                    <a:pt x="5789" y="6107"/>
                  </a:cubicBezTo>
                  <a:lnTo>
                    <a:pt x="6092" y="5803"/>
                  </a:lnTo>
                  <a:cubicBezTo>
                    <a:pt x="6193" y="5688"/>
                    <a:pt x="6207" y="5529"/>
                    <a:pt x="6135" y="5399"/>
                  </a:cubicBezTo>
                  <a:lnTo>
                    <a:pt x="5688" y="4735"/>
                  </a:lnTo>
                  <a:cubicBezTo>
                    <a:pt x="5789" y="4548"/>
                    <a:pt x="5861" y="4360"/>
                    <a:pt x="5919" y="4172"/>
                  </a:cubicBezTo>
                  <a:lnTo>
                    <a:pt x="6698" y="4013"/>
                  </a:lnTo>
                  <a:cubicBezTo>
                    <a:pt x="6857" y="3985"/>
                    <a:pt x="6958" y="3855"/>
                    <a:pt x="6958" y="3710"/>
                  </a:cubicBezTo>
                  <a:lnTo>
                    <a:pt x="6958" y="3277"/>
                  </a:lnTo>
                  <a:cubicBezTo>
                    <a:pt x="6958" y="3118"/>
                    <a:pt x="6857" y="2988"/>
                    <a:pt x="6698" y="2960"/>
                  </a:cubicBezTo>
                  <a:lnTo>
                    <a:pt x="5919" y="2801"/>
                  </a:lnTo>
                  <a:cubicBezTo>
                    <a:pt x="5861" y="2613"/>
                    <a:pt x="5774" y="2426"/>
                    <a:pt x="5688" y="2252"/>
                  </a:cubicBezTo>
                  <a:lnTo>
                    <a:pt x="6135" y="1574"/>
                  </a:lnTo>
                  <a:cubicBezTo>
                    <a:pt x="6207" y="1458"/>
                    <a:pt x="6193" y="1285"/>
                    <a:pt x="6092" y="1184"/>
                  </a:cubicBezTo>
                  <a:lnTo>
                    <a:pt x="5789" y="881"/>
                  </a:lnTo>
                  <a:cubicBezTo>
                    <a:pt x="5723" y="815"/>
                    <a:pt x="5643" y="782"/>
                    <a:pt x="5562" y="782"/>
                  </a:cubicBezTo>
                  <a:cubicBezTo>
                    <a:pt x="5501" y="782"/>
                    <a:pt x="5440" y="800"/>
                    <a:pt x="5384" y="838"/>
                  </a:cubicBezTo>
                  <a:lnTo>
                    <a:pt x="4720" y="1285"/>
                  </a:lnTo>
                  <a:cubicBezTo>
                    <a:pt x="4533" y="1184"/>
                    <a:pt x="4360" y="1097"/>
                    <a:pt x="4157" y="1054"/>
                  </a:cubicBezTo>
                  <a:lnTo>
                    <a:pt x="3999" y="260"/>
                  </a:lnTo>
                  <a:cubicBezTo>
                    <a:pt x="3970" y="116"/>
                    <a:pt x="3840" y="0"/>
                    <a:pt x="3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7"/>
            <p:cNvSpPr/>
            <p:nvPr/>
          </p:nvSpPr>
          <p:spPr>
            <a:xfrm>
              <a:off x="6298620" y="3133172"/>
              <a:ext cx="106747" cy="91412"/>
            </a:xfrm>
            <a:custGeom>
              <a:avLst/>
              <a:gdLst/>
              <a:ahLst/>
              <a:cxnLst/>
              <a:rect l="l" t="t" r="r" b="b"/>
              <a:pathLst>
                <a:path w="4072" h="3487" extrusionOk="0">
                  <a:moveTo>
                    <a:pt x="2325" y="0"/>
                  </a:moveTo>
                  <a:cubicBezTo>
                    <a:pt x="780" y="0"/>
                    <a:pt x="1" y="1877"/>
                    <a:pt x="1098" y="2974"/>
                  </a:cubicBezTo>
                  <a:cubicBezTo>
                    <a:pt x="1453" y="3328"/>
                    <a:pt x="1889" y="3487"/>
                    <a:pt x="2317" y="3487"/>
                  </a:cubicBezTo>
                  <a:cubicBezTo>
                    <a:pt x="3212" y="3487"/>
                    <a:pt x="4072" y="2792"/>
                    <a:pt x="4072" y="1747"/>
                  </a:cubicBezTo>
                  <a:cubicBezTo>
                    <a:pt x="4057" y="780"/>
                    <a:pt x="3292" y="0"/>
                    <a:pt x="23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7"/>
            <p:cNvSpPr/>
            <p:nvPr/>
          </p:nvSpPr>
          <p:spPr>
            <a:xfrm>
              <a:off x="6322843" y="3151706"/>
              <a:ext cx="63991" cy="54527"/>
            </a:xfrm>
            <a:custGeom>
              <a:avLst/>
              <a:gdLst/>
              <a:ahLst/>
              <a:cxnLst/>
              <a:rect l="l" t="t" r="r" b="b"/>
              <a:pathLst>
                <a:path w="2441" h="2080" extrusionOk="0">
                  <a:moveTo>
                    <a:pt x="1401" y="0"/>
                  </a:moveTo>
                  <a:cubicBezTo>
                    <a:pt x="477" y="0"/>
                    <a:pt x="1" y="1112"/>
                    <a:pt x="665" y="1776"/>
                  </a:cubicBezTo>
                  <a:cubicBezTo>
                    <a:pt x="874" y="1985"/>
                    <a:pt x="1134" y="2079"/>
                    <a:pt x="1388" y="2079"/>
                  </a:cubicBezTo>
                  <a:cubicBezTo>
                    <a:pt x="1924" y="2079"/>
                    <a:pt x="2440" y="1666"/>
                    <a:pt x="2440" y="1040"/>
                  </a:cubicBezTo>
                  <a:cubicBezTo>
                    <a:pt x="2440" y="462"/>
                    <a:pt x="1978" y="0"/>
                    <a:pt x="1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37"/>
          <p:cNvGrpSpPr/>
          <p:nvPr/>
        </p:nvGrpSpPr>
        <p:grpSpPr>
          <a:xfrm>
            <a:off x="849367" y="2290910"/>
            <a:ext cx="609581" cy="399005"/>
            <a:chOff x="5084391" y="4183682"/>
            <a:chExt cx="504064" cy="325595"/>
          </a:xfrm>
        </p:grpSpPr>
        <p:sp>
          <p:nvSpPr>
            <p:cNvPr id="259" name="Google Shape;259;p37"/>
            <p:cNvSpPr/>
            <p:nvPr/>
          </p:nvSpPr>
          <p:spPr>
            <a:xfrm>
              <a:off x="5209948" y="4186887"/>
              <a:ext cx="186981" cy="137957"/>
            </a:xfrm>
            <a:custGeom>
              <a:avLst/>
              <a:gdLst/>
              <a:ahLst/>
              <a:cxnLst/>
              <a:rect l="l" t="t" r="r" b="b"/>
              <a:pathLst>
                <a:path w="7117" h="5251" extrusionOk="0">
                  <a:moveTo>
                    <a:pt x="250" y="0"/>
                  </a:moveTo>
                  <a:cubicBezTo>
                    <a:pt x="90" y="0"/>
                    <a:pt x="0" y="188"/>
                    <a:pt x="97" y="312"/>
                  </a:cubicBezTo>
                  <a:lnTo>
                    <a:pt x="3954" y="5251"/>
                  </a:lnTo>
                  <a:lnTo>
                    <a:pt x="7117" y="5251"/>
                  </a:lnTo>
                  <a:lnTo>
                    <a:pt x="2275" y="631"/>
                  </a:lnTo>
                  <a:cubicBezTo>
                    <a:pt x="1845" y="229"/>
                    <a:pt x="1276" y="0"/>
                    <a:pt x="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5212680" y="4186887"/>
              <a:ext cx="184249" cy="137957"/>
            </a:xfrm>
            <a:custGeom>
              <a:avLst/>
              <a:gdLst/>
              <a:ahLst/>
              <a:cxnLst/>
              <a:rect l="l" t="t" r="r" b="b"/>
              <a:pathLst>
                <a:path w="7013" h="5251" extrusionOk="0">
                  <a:moveTo>
                    <a:pt x="153" y="0"/>
                  </a:moveTo>
                  <a:cubicBezTo>
                    <a:pt x="90" y="0"/>
                    <a:pt x="35" y="28"/>
                    <a:pt x="0" y="77"/>
                  </a:cubicBezTo>
                  <a:cubicBezTo>
                    <a:pt x="382" y="174"/>
                    <a:pt x="729" y="361"/>
                    <a:pt x="1020" y="631"/>
                  </a:cubicBezTo>
                  <a:lnTo>
                    <a:pt x="5861" y="5251"/>
                  </a:lnTo>
                  <a:lnTo>
                    <a:pt x="7013" y="5251"/>
                  </a:lnTo>
                  <a:lnTo>
                    <a:pt x="2178" y="631"/>
                  </a:lnTo>
                  <a:cubicBezTo>
                    <a:pt x="1748" y="229"/>
                    <a:pt x="1179" y="0"/>
                    <a:pt x="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7"/>
            <p:cNvSpPr/>
            <p:nvPr/>
          </p:nvSpPr>
          <p:spPr>
            <a:xfrm>
              <a:off x="5084391" y="4236069"/>
              <a:ext cx="504064" cy="145103"/>
            </a:xfrm>
            <a:custGeom>
              <a:avLst/>
              <a:gdLst/>
              <a:ahLst/>
              <a:cxnLst/>
              <a:rect l="l" t="t" r="r" b="b"/>
              <a:pathLst>
                <a:path w="19186" h="5523" extrusionOk="0">
                  <a:moveTo>
                    <a:pt x="1060" y="1"/>
                  </a:moveTo>
                  <a:cubicBezTo>
                    <a:pt x="1053" y="1"/>
                    <a:pt x="1047" y="1"/>
                    <a:pt x="1041" y="1"/>
                  </a:cubicBezTo>
                  <a:lnTo>
                    <a:pt x="194" y="1"/>
                  </a:lnTo>
                  <a:cubicBezTo>
                    <a:pt x="90" y="1"/>
                    <a:pt x="0" y="84"/>
                    <a:pt x="0" y="195"/>
                  </a:cubicBezTo>
                  <a:lnTo>
                    <a:pt x="0" y="4731"/>
                  </a:lnTo>
                  <a:cubicBezTo>
                    <a:pt x="0" y="5162"/>
                    <a:pt x="354" y="5515"/>
                    <a:pt x="791" y="5522"/>
                  </a:cubicBezTo>
                  <a:lnTo>
                    <a:pt x="19026" y="5522"/>
                  </a:lnTo>
                  <a:cubicBezTo>
                    <a:pt x="19116" y="5522"/>
                    <a:pt x="19186" y="5453"/>
                    <a:pt x="19186" y="5363"/>
                  </a:cubicBezTo>
                  <a:lnTo>
                    <a:pt x="19186" y="5356"/>
                  </a:lnTo>
                  <a:cubicBezTo>
                    <a:pt x="19186" y="5155"/>
                    <a:pt x="19109" y="4953"/>
                    <a:pt x="18964" y="4815"/>
                  </a:cubicBezTo>
                  <a:lnTo>
                    <a:pt x="18520" y="4364"/>
                  </a:lnTo>
                  <a:lnTo>
                    <a:pt x="17847" y="3691"/>
                  </a:lnTo>
                  <a:cubicBezTo>
                    <a:pt x="17417" y="3254"/>
                    <a:pt x="16827" y="3011"/>
                    <a:pt x="16217" y="3011"/>
                  </a:cubicBezTo>
                  <a:lnTo>
                    <a:pt x="3669" y="3011"/>
                  </a:lnTo>
                  <a:cubicBezTo>
                    <a:pt x="3392" y="3011"/>
                    <a:pt x="3142" y="2866"/>
                    <a:pt x="3004" y="2623"/>
                  </a:cubicBezTo>
                  <a:lnTo>
                    <a:pt x="1713" y="382"/>
                  </a:lnTo>
                  <a:cubicBezTo>
                    <a:pt x="1578" y="145"/>
                    <a:pt x="1330" y="1"/>
                    <a:pt x="1060" y="1"/>
                  </a:cubicBez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5209948" y="4348148"/>
              <a:ext cx="209050" cy="161129"/>
            </a:xfrm>
            <a:custGeom>
              <a:avLst/>
              <a:gdLst/>
              <a:ahLst/>
              <a:cxnLst/>
              <a:rect l="l" t="t" r="r" b="b"/>
              <a:pathLst>
                <a:path w="7957" h="6133" extrusionOk="0">
                  <a:moveTo>
                    <a:pt x="4738" y="1"/>
                  </a:moveTo>
                  <a:cubicBezTo>
                    <a:pt x="4675" y="1"/>
                    <a:pt x="4620" y="28"/>
                    <a:pt x="4585" y="70"/>
                  </a:cubicBezTo>
                  <a:lnTo>
                    <a:pt x="104" y="5820"/>
                  </a:lnTo>
                  <a:cubicBezTo>
                    <a:pt x="0" y="5952"/>
                    <a:pt x="90" y="6132"/>
                    <a:pt x="257" y="6132"/>
                  </a:cubicBezTo>
                  <a:lnTo>
                    <a:pt x="687" y="6132"/>
                  </a:lnTo>
                  <a:cubicBezTo>
                    <a:pt x="1276" y="6132"/>
                    <a:pt x="1845" y="5910"/>
                    <a:pt x="2275" y="5501"/>
                  </a:cubicBezTo>
                  <a:lnTo>
                    <a:pt x="7880" y="195"/>
                  </a:lnTo>
                  <a:cubicBezTo>
                    <a:pt x="7956" y="126"/>
                    <a:pt x="7907" y="1"/>
                    <a:pt x="78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7"/>
            <p:cNvSpPr/>
            <p:nvPr/>
          </p:nvSpPr>
          <p:spPr>
            <a:xfrm>
              <a:off x="5382322" y="4183682"/>
              <a:ext cx="203218" cy="76663"/>
            </a:xfrm>
            <a:custGeom>
              <a:avLst/>
              <a:gdLst/>
              <a:ahLst/>
              <a:cxnLst/>
              <a:rect l="l" t="t" r="r" b="b"/>
              <a:pathLst>
                <a:path w="7735" h="2918" extrusionOk="0">
                  <a:moveTo>
                    <a:pt x="3807" y="1"/>
                  </a:moveTo>
                  <a:cubicBezTo>
                    <a:pt x="3769" y="1"/>
                    <a:pt x="3730" y="2"/>
                    <a:pt x="3691" y="4"/>
                  </a:cubicBezTo>
                  <a:cubicBezTo>
                    <a:pt x="2768" y="67"/>
                    <a:pt x="2026" y="767"/>
                    <a:pt x="1908" y="1683"/>
                  </a:cubicBezTo>
                  <a:cubicBezTo>
                    <a:pt x="1723" y="1598"/>
                    <a:pt x="1532" y="1559"/>
                    <a:pt x="1346" y="1559"/>
                  </a:cubicBezTo>
                  <a:cubicBezTo>
                    <a:pt x="637" y="1559"/>
                    <a:pt x="1" y="2130"/>
                    <a:pt x="1" y="2911"/>
                  </a:cubicBezTo>
                  <a:lnTo>
                    <a:pt x="7735" y="2918"/>
                  </a:lnTo>
                  <a:cubicBezTo>
                    <a:pt x="7735" y="2023"/>
                    <a:pt x="7005" y="1354"/>
                    <a:pt x="6177" y="1354"/>
                  </a:cubicBezTo>
                  <a:cubicBezTo>
                    <a:pt x="6009" y="1354"/>
                    <a:pt x="5838" y="1382"/>
                    <a:pt x="5668" y="1440"/>
                  </a:cubicBezTo>
                  <a:cubicBezTo>
                    <a:pt x="5449" y="590"/>
                    <a:pt x="4676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5274263" y="4337901"/>
              <a:ext cx="23724" cy="20309"/>
            </a:xfrm>
            <a:custGeom>
              <a:avLst/>
              <a:gdLst/>
              <a:ahLst/>
              <a:cxnLst/>
              <a:rect l="l" t="t" r="r" b="b"/>
              <a:pathLst>
                <a:path w="903" h="773" extrusionOk="0">
                  <a:moveTo>
                    <a:pt x="512" y="0"/>
                  </a:moveTo>
                  <a:cubicBezTo>
                    <a:pt x="418" y="0"/>
                    <a:pt x="322" y="35"/>
                    <a:pt x="243" y="113"/>
                  </a:cubicBezTo>
                  <a:cubicBezTo>
                    <a:pt x="1" y="356"/>
                    <a:pt x="167" y="772"/>
                    <a:pt x="514" y="772"/>
                  </a:cubicBezTo>
                  <a:cubicBezTo>
                    <a:pt x="729" y="772"/>
                    <a:pt x="895" y="599"/>
                    <a:pt x="902" y="391"/>
                  </a:cubicBezTo>
                  <a:cubicBezTo>
                    <a:pt x="902" y="156"/>
                    <a:pt x="711" y="0"/>
                    <a:pt x="5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7"/>
            <p:cNvSpPr/>
            <p:nvPr/>
          </p:nvSpPr>
          <p:spPr>
            <a:xfrm>
              <a:off x="5233619" y="4337901"/>
              <a:ext cx="23724" cy="20309"/>
            </a:xfrm>
            <a:custGeom>
              <a:avLst/>
              <a:gdLst/>
              <a:ahLst/>
              <a:cxnLst/>
              <a:rect l="l" t="t" r="r" b="b"/>
              <a:pathLst>
                <a:path w="903" h="773" extrusionOk="0">
                  <a:moveTo>
                    <a:pt x="512" y="0"/>
                  </a:moveTo>
                  <a:cubicBezTo>
                    <a:pt x="418" y="0"/>
                    <a:pt x="322" y="35"/>
                    <a:pt x="244" y="113"/>
                  </a:cubicBezTo>
                  <a:cubicBezTo>
                    <a:pt x="1" y="356"/>
                    <a:pt x="174" y="772"/>
                    <a:pt x="514" y="772"/>
                  </a:cubicBezTo>
                  <a:cubicBezTo>
                    <a:pt x="729" y="772"/>
                    <a:pt x="903" y="599"/>
                    <a:pt x="903" y="391"/>
                  </a:cubicBezTo>
                  <a:cubicBezTo>
                    <a:pt x="903" y="156"/>
                    <a:pt x="711" y="0"/>
                    <a:pt x="5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5193002" y="4337901"/>
              <a:ext cx="23698" cy="20309"/>
            </a:xfrm>
            <a:custGeom>
              <a:avLst/>
              <a:gdLst/>
              <a:ahLst/>
              <a:cxnLst/>
              <a:rect l="l" t="t" r="r" b="b"/>
              <a:pathLst>
                <a:path w="902" h="773" extrusionOk="0">
                  <a:moveTo>
                    <a:pt x="512" y="0"/>
                  </a:moveTo>
                  <a:cubicBezTo>
                    <a:pt x="417" y="0"/>
                    <a:pt x="321" y="35"/>
                    <a:pt x="243" y="113"/>
                  </a:cubicBezTo>
                  <a:cubicBezTo>
                    <a:pt x="0" y="356"/>
                    <a:pt x="174" y="772"/>
                    <a:pt x="520" y="772"/>
                  </a:cubicBezTo>
                  <a:cubicBezTo>
                    <a:pt x="728" y="772"/>
                    <a:pt x="902" y="599"/>
                    <a:pt x="902" y="391"/>
                  </a:cubicBezTo>
                  <a:cubicBezTo>
                    <a:pt x="902" y="156"/>
                    <a:pt x="710" y="0"/>
                    <a:pt x="5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5152542" y="4337901"/>
              <a:ext cx="23724" cy="20309"/>
            </a:xfrm>
            <a:custGeom>
              <a:avLst/>
              <a:gdLst/>
              <a:ahLst/>
              <a:cxnLst/>
              <a:rect l="l" t="t" r="r" b="b"/>
              <a:pathLst>
                <a:path w="903" h="773" extrusionOk="0">
                  <a:moveTo>
                    <a:pt x="512" y="0"/>
                  </a:moveTo>
                  <a:cubicBezTo>
                    <a:pt x="417" y="0"/>
                    <a:pt x="321" y="35"/>
                    <a:pt x="243" y="113"/>
                  </a:cubicBezTo>
                  <a:cubicBezTo>
                    <a:pt x="0" y="356"/>
                    <a:pt x="174" y="772"/>
                    <a:pt x="514" y="772"/>
                  </a:cubicBezTo>
                  <a:cubicBezTo>
                    <a:pt x="729" y="772"/>
                    <a:pt x="902" y="599"/>
                    <a:pt x="902" y="391"/>
                  </a:cubicBezTo>
                  <a:cubicBezTo>
                    <a:pt x="902" y="156"/>
                    <a:pt x="711" y="0"/>
                    <a:pt x="5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5446479" y="4337901"/>
              <a:ext cx="23724" cy="20309"/>
            </a:xfrm>
            <a:custGeom>
              <a:avLst/>
              <a:gdLst/>
              <a:ahLst/>
              <a:cxnLst/>
              <a:rect l="l" t="t" r="r" b="b"/>
              <a:pathLst>
                <a:path w="903" h="773" extrusionOk="0">
                  <a:moveTo>
                    <a:pt x="512" y="0"/>
                  </a:moveTo>
                  <a:cubicBezTo>
                    <a:pt x="417" y="0"/>
                    <a:pt x="321" y="35"/>
                    <a:pt x="243" y="113"/>
                  </a:cubicBezTo>
                  <a:cubicBezTo>
                    <a:pt x="0" y="356"/>
                    <a:pt x="174" y="772"/>
                    <a:pt x="521" y="772"/>
                  </a:cubicBezTo>
                  <a:cubicBezTo>
                    <a:pt x="729" y="772"/>
                    <a:pt x="902" y="599"/>
                    <a:pt x="902" y="391"/>
                  </a:cubicBezTo>
                  <a:cubicBezTo>
                    <a:pt x="902" y="156"/>
                    <a:pt x="711" y="0"/>
                    <a:pt x="5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5467261" y="4183944"/>
              <a:ext cx="118279" cy="76400"/>
            </a:xfrm>
            <a:custGeom>
              <a:avLst/>
              <a:gdLst/>
              <a:ahLst/>
              <a:cxnLst/>
              <a:rect l="l" t="t" r="r" b="b"/>
              <a:pathLst>
                <a:path w="4502" h="2908" extrusionOk="0">
                  <a:moveTo>
                    <a:pt x="583" y="0"/>
                  </a:moveTo>
                  <a:cubicBezTo>
                    <a:pt x="390" y="0"/>
                    <a:pt x="194" y="30"/>
                    <a:pt x="0" y="91"/>
                  </a:cubicBezTo>
                  <a:cubicBezTo>
                    <a:pt x="624" y="286"/>
                    <a:pt x="1103" y="792"/>
                    <a:pt x="1269" y="1430"/>
                  </a:cubicBezTo>
                  <a:cubicBezTo>
                    <a:pt x="1440" y="1372"/>
                    <a:pt x="1611" y="1344"/>
                    <a:pt x="1779" y="1344"/>
                  </a:cubicBezTo>
                  <a:cubicBezTo>
                    <a:pt x="2607" y="1344"/>
                    <a:pt x="3338" y="2013"/>
                    <a:pt x="3343" y="2908"/>
                  </a:cubicBezTo>
                  <a:lnTo>
                    <a:pt x="4502" y="2908"/>
                  </a:lnTo>
                  <a:cubicBezTo>
                    <a:pt x="4502" y="2019"/>
                    <a:pt x="3772" y="1351"/>
                    <a:pt x="2944" y="1351"/>
                  </a:cubicBezTo>
                  <a:cubicBezTo>
                    <a:pt x="2777" y="1351"/>
                    <a:pt x="2605" y="1379"/>
                    <a:pt x="2435" y="1437"/>
                  </a:cubicBezTo>
                  <a:cubicBezTo>
                    <a:pt x="2209" y="567"/>
                    <a:pt x="1430" y="0"/>
                    <a:pt x="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5212680" y="4348148"/>
              <a:ext cx="206265" cy="161129"/>
            </a:xfrm>
            <a:custGeom>
              <a:avLst/>
              <a:gdLst/>
              <a:ahLst/>
              <a:cxnLst/>
              <a:rect l="l" t="t" r="r" b="b"/>
              <a:pathLst>
                <a:path w="7851" h="6133" extrusionOk="0">
                  <a:moveTo>
                    <a:pt x="7701" y="0"/>
                  </a:moveTo>
                  <a:cubicBezTo>
                    <a:pt x="7698" y="0"/>
                    <a:pt x="7695" y="1"/>
                    <a:pt x="7692" y="1"/>
                  </a:cubicBezTo>
                  <a:lnTo>
                    <a:pt x="6541" y="1"/>
                  </a:lnTo>
                  <a:cubicBezTo>
                    <a:pt x="6645" y="1"/>
                    <a:pt x="6694" y="126"/>
                    <a:pt x="6617" y="195"/>
                  </a:cubicBezTo>
                  <a:lnTo>
                    <a:pt x="1013" y="5501"/>
                  </a:lnTo>
                  <a:cubicBezTo>
                    <a:pt x="729" y="5772"/>
                    <a:pt x="382" y="5966"/>
                    <a:pt x="0" y="6063"/>
                  </a:cubicBezTo>
                  <a:cubicBezTo>
                    <a:pt x="35" y="6112"/>
                    <a:pt x="90" y="6132"/>
                    <a:pt x="153" y="6132"/>
                  </a:cubicBezTo>
                  <a:lnTo>
                    <a:pt x="583" y="6132"/>
                  </a:lnTo>
                  <a:cubicBezTo>
                    <a:pt x="1172" y="6132"/>
                    <a:pt x="1741" y="5910"/>
                    <a:pt x="2178" y="5501"/>
                  </a:cubicBezTo>
                  <a:lnTo>
                    <a:pt x="7776" y="202"/>
                  </a:lnTo>
                  <a:cubicBezTo>
                    <a:pt x="7850" y="128"/>
                    <a:pt x="7806" y="0"/>
                    <a:pt x="7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5479819" y="4315176"/>
              <a:ext cx="27376" cy="6410"/>
            </a:xfrm>
            <a:custGeom>
              <a:avLst/>
              <a:gdLst/>
              <a:ahLst/>
              <a:cxnLst/>
              <a:rect l="l" t="t" r="r" b="b"/>
              <a:pathLst>
                <a:path w="1042" h="244" extrusionOk="0">
                  <a:moveTo>
                    <a:pt x="1" y="0"/>
                  </a:moveTo>
                  <a:cubicBezTo>
                    <a:pt x="361" y="0"/>
                    <a:pt x="715" y="84"/>
                    <a:pt x="1041" y="243"/>
                  </a:cubicBezTo>
                  <a:lnTo>
                    <a:pt x="1041" y="0"/>
                  </a:ln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5540508" y="4350696"/>
              <a:ext cx="47947" cy="30476"/>
            </a:xfrm>
            <a:custGeom>
              <a:avLst/>
              <a:gdLst/>
              <a:ahLst/>
              <a:cxnLst/>
              <a:rect l="l" t="t" r="r" b="b"/>
              <a:pathLst>
                <a:path w="1825" h="1160" extrusionOk="0">
                  <a:moveTo>
                    <a:pt x="0" y="1"/>
                  </a:moveTo>
                  <a:lnTo>
                    <a:pt x="451" y="452"/>
                  </a:lnTo>
                  <a:cubicBezTo>
                    <a:pt x="590" y="590"/>
                    <a:pt x="666" y="792"/>
                    <a:pt x="666" y="993"/>
                  </a:cubicBezTo>
                  <a:lnTo>
                    <a:pt x="666" y="1000"/>
                  </a:lnTo>
                  <a:cubicBezTo>
                    <a:pt x="666" y="1090"/>
                    <a:pt x="597" y="1159"/>
                    <a:pt x="514" y="1159"/>
                  </a:cubicBezTo>
                  <a:lnTo>
                    <a:pt x="1665" y="1159"/>
                  </a:lnTo>
                  <a:cubicBezTo>
                    <a:pt x="1755" y="1159"/>
                    <a:pt x="1825" y="1090"/>
                    <a:pt x="1825" y="1000"/>
                  </a:cubicBezTo>
                  <a:lnTo>
                    <a:pt x="1825" y="993"/>
                  </a:lnTo>
                  <a:cubicBezTo>
                    <a:pt x="1825" y="792"/>
                    <a:pt x="1748" y="597"/>
                    <a:pt x="1610" y="452"/>
                  </a:cubicBezTo>
                  <a:lnTo>
                    <a:pt x="1159" y="1"/>
                  </a:lnTo>
                  <a:close/>
                </a:path>
              </a:pathLst>
            </a:custGeom>
            <a:solidFill>
              <a:srgbClr val="A6A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5507352" y="4315176"/>
              <a:ext cx="63606" cy="35547"/>
            </a:xfrm>
            <a:custGeom>
              <a:avLst/>
              <a:gdLst/>
              <a:ahLst/>
              <a:cxnLst/>
              <a:rect l="l" t="t" r="r" b="b"/>
              <a:pathLst>
                <a:path w="2421" h="1353" extrusionOk="0">
                  <a:moveTo>
                    <a:pt x="0" y="0"/>
                  </a:moveTo>
                  <a:lnTo>
                    <a:pt x="0" y="770"/>
                  </a:lnTo>
                  <a:cubicBezTo>
                    <a:pt x="0" y="1089"/>
                    <a:pt x="257" y="1353"/>
                    <a:pt x="576" y="1353"/>
                  </a:cubicBezTo>
                  <a:lnTo>
                    <a:pt x="2421" y="1353"/>
                  </a:lnTo>
                  <a:lnTo>
                    <a:pt x="1748" y="680"/>
                  </a:lnTo>
                  <a:cubicBezTo>
                    <a:pt x="1318" y="243"/>
                    <a:pt x="728" y="0"/>
                    <a:pt x="1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5507352" y="4315176"/>
              <a:ext cx="63606" cy="35547"/>
            </a:xfrm>
            <a:custGeom>
              <a:avLst/>
              <a:gdLst/>
              <a:ahLst/>
              <a:cxnLst/>
              <a:rect l="l" t="t" r="r" b="b"/>
              <a:pathLst>
                <a:path w="2421" h="1353" extrusionOk="0">
                  <a:moveTo>
                    <a:pt x="0" y="0"/>
                  </a:moveTo>
                  <a:lnTo>
                    <a:pt x="0" y="243"/>
                  </a:lnTo>
                  <a:cubicBezTo>
                    <a:pt x="215" y="354"/>
                    <a:pt x="416" y="500"/>
                    <a:pt x="597" y="680"/>
                  </a:cubicBezTo>
                  <a:lnTo>
                    <a:pt x="1262" y="1353"/>
                  </a:lnTo>
                  <a:lnTo>
                    <a:pt x="2421" y="1353"/>
                  </a:lnTo>
                  <a:lnTo>
                    <a:pt x="1755" y="673"/>
                  </a:lnTo>
                  <a:cubicBezTo>
                    <a:pt x="1318" y="243"/>
                    <a:pt x="728" y="0"/>
                    <a:pt x="1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37"/>
          <p:cNvGrpSpPr/>
          <p:nvPr/>
        </p:nvGrpSpPr>
        <p:grpSpPr>
          <a:xfrm rot="-750574">
            <a:off x="9534889" y="811280"/>
            <a:ext cx="1562699" cy="2003597"/>
            <a:chOff x="1898063" y="518250"/>
            <a:chExt cx="1210025" cy="1548300"/>
          </a:xfrm>
        </p:grpSpPr>
        <p:sp>
          <p:nvSpPr>
            <p:cNvPr id="276" name="Google Shape;276;p37"/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solidFill>
              <a:srgbClr val="F8EBA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7"/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7"/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7"/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7"/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7"/>
          <p:cNvGrpSpPr/>
          <p:nvPr/>
        </p:nvGrpSpPr>
        <p:grpSpPr>
          <a:xfrm rot="731499">
            <a:off x="9360260" y="3855600"/>
            <a:ext cx="2051240" cy="2051240"/>
            <a:chOff x="7742188" y="258300"/>
            <a:chExt cx="1280100" cy="1280100"/>
          </a:xfrm>
        </p:grpSpPr>
        <p:sp>
          <p:nvSpPr>
            <p:cNvPr id="297" name="Google Shape;297;p37"/>
            <p:cNvSpPr/>
            <p:nvPr/>
          </p:nvSpPr>
          <p:spPr>
            <a:xfrm>
              <a:off x="7742188" y="258300"/>
              <a:ext cx="1280100" cy="12801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37"/>
            <p:cNvGrpSpPr/>
            <p:nvPr/>
          </p:nvGrpSpPr>
          <p:grpSpPr>
            <a:xfrm>
              <a:off x="7787897" y="304056"/>
              <a:ext cx="1188669" cy="1188603"/>
              <a:chOff x="7788500" y="304050"/>
              <a:chExt cx="1466225" cy="1466325"/>
            </a:xfrm>
          </p:grpSpPr>
          <p:sp>
            <p:nvSpPr>
              <p:cNvPr id="299" name="Google Shape;299;p37"/>
              <p:cNvSpPr/>
              <p:nvPr/>
            </p:nvSpPr>
            <p:spPr>
              <a:xfrm>
                <a:off x="7788500" y="304050"/>
                <a:ext cx="1466225" cy="1466250"/>
              </a:xfrm>
              <a:custGeom>
                <a:avLst/>
                <a:gdLst/>
                <a:ahLst/>
                <a:cxnLst/>
                <a:rect l="l" t="t" r="r" b="b"/>
                <a:pathLst>
                  <a:path w="58649" h="58650" extrusionOk="0">
                    <a:moveTo>
                      <a:pt x="58649" y="29325"/>
                    </a:moveTo>
                    <a:cubicBezTo>
                      <a:pt x="58649" y="37104"/>
                      <a:pt x="55559" y="44562"/>
                      <a:pt x="50060" y="50061"/>
                    </a:cubicBezTo>
                    <a:cubicBezTo>
                      <a:pt x="44561" y="55561"/>
                      <a:pt x="37102" y="58649"/>
                      <a:pt x="29324" y="58649"/>
                    </a:cubicBezTo>
                    <a:cubicBezTo>
                      <a:pt x="21547" y="58649"/>
                      <a:pt x="14089" y="55561"/>
                      <a:pt x="8590" y="50061"/>
                    </a:cubicBezTo>
                    <a:cubicBezTo>
                      <a:pt x="3090" y="44562"/>
                      <a:pt x="0" y="37104"/>
                      <a:pt x="0" y="29325"/>
                    </a:cubicBezTo>
                    <a:cubicBezTo>
                      <a:pt x="0" y="21548"/>
                      <a:pt x="3090" y="14090"/>
                      <a:pt x="8590" y="8591"/>
                    </a:cubicBezTo>
                    <a:cubicBezTo>
                      <a:pt x="14089" y="3091"/>
                      <a:pt x="21547" y="1"/>
                      <a:pt x="29324" y="1"/>
                    </a:cubicBezTo>
                    <a:cubicBezTo>
                      <a:pt x="37102" y="1"/>
                      <a:pt x="44561" y="3091"/>
                      <a:pt x="50060" y="8591"/>
                    </a:cubicBezTo>
                    <a:cubicBezTo>
                      <a:pt x="55559" y="14090"/>
                      <a:pt x="58649" y="21548"/>
                      <a:pt x="58649" y="2932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7"/>
              <p:cNvSpPr/>
              <p:nvPr/>
            </p:nvSpPr>
            <p:spPr>
              <a:xfrm>
                <a:off x="7806725" y="1051900"/>
                <a:ext cx="1447725" cy="682150"/>
              </a:xfrm>
              <a:custGeom>
                <a:avLst/>
                <a:gdLst/>
                <a:ahLst/>
                <a:cxnLst/>
                <a:rect l="l" t="t" r="r" b="b"/>
                <a:pathLst>
                  <a:path w="57909" h="27286" extrusionOk="0">
                    <a:moveTo>
                      <a:pt x="54650" y="0"/>
                    </a:moveTo>
                    <a:cubicBezTo>
                      <a:pt x="54587" y="0"/>
                      <a:pt x="54523" y="1"/>
                      <a:pt x="54460" y="1"/>
                    </a:cubicBezTo>
                    <a:cubicBezTo>
                      <a:pt x="42346" y="143"/>
                      <a:pt x="40531" y="14089"/>
                      <a:pt x="28624" y="14089"/>
                    </a:cubicBezTo>
                    <a:cubicBezTo>
                      <a:pt x="28404" y="14089"/>
                      <a:pt x="28180" y="14084"/>
                      <a:pt x="27952" y="14075"/>
                    </a:cubicBezTo>
                    <a:cubicBezTo>
                      <a:pt x="18116" y="13655"/>
                      <a:pt x="15100" y="4795"/>
                      <a:pt x="6031" y="4795"/>
                    </a:cubicBezTo>
                    <a:cubicBezTo>
                      <a:pt x="4278" y="4795"/>
                      <a:pt x="2299" y="5126"/>
                      <a:pt x="0" y="5913"/>
                    </a:cubicBezTo>
                    <a:cubicBezTo>
                      <a:pt x="218" y="6881"/>
                      <a:pt x="486" y="7828"/>
                      <a:pt x="798" y="8758"/>
                    </a:cubicBezTo>
                    <a:cubicBezTo>
                      <a:pt x="1495" y="10836"/>
                      <a:pt x="2421" y="12811"/>
                      <a:pt x="3542" y="14652"/>
                    </a:cubicBezTo>
                    <a:cubicBezTo>
                      <a:pt x="3736" y="14970"/>
                      <a:pt x="3936" y="15283"/>
                      <a:pt x="4141" y="15593"/>
                    </a:cubicBezTo>
                    <a:cubicBezTo>
                      <a:pt x="4254" y="15767"/>
                      <a:pt x="4371" y="15937"/>
                      <a:pt x="4489" y="16108"/>
                    </a:cubicBezTo>
                    <a:cubicBezTo>
                      <a:pt x="4597" y="16263"/>
                      <a:pt x="4705" y="16417"/>
                      <a:pt x="4816" y="16570"/>
                    </a:cubicBezTo>
                    <a:cubicBezTo>
                      <a:pt x="5512" y="17536"/>
                      <a:pt x="6268" y="18456"/>
                      <a:pt x="7075" y="19329"/>
                    </a:cubicBezTo>
                    <a:cubicBezTo>
                      <a:pt x="7082" y="19337"/>
                      <a:pt x="7089" y="19344"/>
                      <a:pt x="7096" y="19351"/>
                    </a:cubicBezTo>
                    <a:cubicBezTo>
                      <a:pt x="8039" y="20370"/>
                      <a:pt x="9058" y="21322"/>
                      <a:pt x="10138" y="22198"/>
                    </a:cubicBezTo>
                    <a:cubicBezTo>
                      <a:pt x="10178" y="22232"/>
                      <a:pt x="10217" y="22262"/>
                      <a:pt x="10258" y="22296"/>
                    </a:cubicBezTo>
                    <a:cubicBezTo>
                      <a:pt x="10397" y="22409"/>
                      <a:pt x="10537" y="22518"/>
                      <a:pt x="10679" y="22628"/>
                    </a:cubicBezTo>
                    <a:cubicBezTo>
                      <a:pt x="10679" y="22630"/>
                      <a:pt x="10681" y="22630"/>
                      <a:pt x="10682" y="22631"/>
                    </a:cubicBezTo>
                    <a:cubicBezTo>
                      <a:pt x="11257" y="23075"/>
                      <a:pt x="11846" y="23498"/>
                      <a:pt x="12454" y="23898"/>
                    </a:cubicBezTo>
                    <a:cubicBezTo>
                      <a:pt x="13111" y="24335"/>
                      <a:pt x="13787" y="24744"/>
                      <a:pt x="14482" y="25125"/>
                    </a:cubicBezTo>
                    <a:cubicBezTo>
                      <a:pt x="14615" y="25199"/>
                      <a:pt x="14752" y="25273"/>
                      <a:pt x="14889" y="25345"/>
                    </a:cubicBezTo>
                    <a:cubicBezTo>
                      <a:pt x="15114" y="25463"/>
                      <a:pt x="15339" y="25580"/>
                      <a:pt x="15567" y="25693"/>
                    </a:cubicBezTo>
                    <a:cubicBezTo>
                      <a:pt x="15858" y="25836"/>
                      <a:pt x="16150" y="25977"/>
                      <a:pt x="16445" y="26111"/>
                    </a:cubicBezTo>
                    <a:cubicBezTo>
                      <a:pt x="16707" y="26229"/>
                      <a:pt x="16972" y="26346"/>
                      <a:pt x="17237" y="26457"/>
                    </a:cubicBezTo>
                    <a:cubicBezTo>
                      <a:pt x="17962" y="26762"/>
                      <a:pt x="18700" y="27039"/>
                      <a:pt x="19454" y="27285"/>
                    </a:cubicBezTo>
                    <a:lnTo>
                      <a:pt x="37742" y="27285"/>
                    </a:lnTo>
                    <a:cubicBezTo>
                      <a:pt x="38093" y="27171"/>
                      <a:pt x="38441" y="27049"/>
                      <a:pt x="38787" y="26921"/>
                    </a:cubicBezTo>
                    <a:cubicBezTo>
                      <a:pt x="38989" y="26845"/>
                      <a:pt x="39191" y="26769"/>
                      <a:pt x="39391" y="26688"/>
                    </a:cubicBezTo>
                    <a:cubicBezTo>
                      <a:pt x="39500" y="26645"/>
                      <a:pt x="39608" y="26602"/>
                      <a:pt x="39718" y="26556"/>
                    </a:cubicBezTo>
                    <a:cubicBezTo>
                      <a:pt x="39782" y="26531"/>
                      <a:pt x="39845" y="26503"/>
                      <a:pt x="39909" y="26477"/>
                    </a:cubicBezTo>
                    <a:cubicBezTo>
                      <a:pt x="40144" y="26378"/>
                      <a:pt x="40379" y="26276"/>
                      <a:pt x="40610" y="26172"/>
                    </a:cubicBezTo>
                    <a:cubicBezTo>
                      <a:pt x="40786" y="26094"/>
                      <a:pt x="40960" y="26012"/>
                      <a:pt x="41134" y="25930"/>
                    </a:cubicBezTo>
                    <a:cubicBezTo>
                      <a:pt x="41423" y="25793"/>
                      <a:pt x="41709" y="25651"/>
                      <a:pt x="41991" y="25505"/>
                    </a:cubicBezTo>
                    <a:cubicBezTo>
                      <a:pt x="42225" y="25386"/>
                      <a:pt x="42456" y="25264"/>
                      <a:pt x="42686" y="25136"/>
                    </a:cubicBezTo>
                    <a:cubicBezTo>
                      <a:pt x="42851" y="25046"/>
                      <a:pt x="43014" y="24955"/>
                      <a:pt x="43177" y="24862"/>
                    </a:cubicBezTo>
                    <a:cubicBezTo>
                      <a:pt x="43355" y="24759"/>
                      <a:pt x="43536" y="24653"/>
                      <a:pt x="43714" y="24545"/>
                    </a:cubicBezTo>
                    <a:cubicBezTo>
                      <a:pt x="43984" y="24382"/>
                      <a:pt x="44250" y="24215"/>
                      <a:pt x="44514" y="24044"/>
                    </a:cubicBezTo>
                    <a:cubicBezTo>
                      <a:pt x="44517" y="24042"/>
                      <a:pt x="44523" y="24040"/>
                      <a:pt x="44527" y="24037"/>
                    </a:cubicBezTo>
                    <a:cubicBezTo>
                      <a:pt x="46786" y="22571"/>
                      <a:pt x="48832" y="20804"/>
                      <a:pt x="50606" y="18790"/>
                    </a:cubicBezTo>
                    <a:cubicBezTo>
                      <a:pt x="52503" y="16637"/>
                      <a:pt x="54090" y="14203"/>
                      <a:pt x="55295" y="11557"/>
                    </a:cubicBezTo>
                    <a:cubicBezTo>
                      <a:pt x="56016" y="9977"/>
                      <a:pt x="56598" y="8323"/>
                      <a:pt x="57032" y="6609"/>
                    </a:cubicBezTo>
                    <a:cubicBezTo>
                      <a:pt x="57076" y="6437"/>
                      <a:pt x="57118" y="6263"/>
                      <a:pt x="57158" y="6089"/>
                    </a:cubicBezTo>
                    <a:cubicBezTo>
                      <a:pt x="57215" y="5844"/>
                      <a:pt x="57270" y="5596"/>
                      <a:pt x="57320" y="5348"/>
                    </a:cubicBezTo>
                    <a:cubicBezTo>
                      <a:pt x="57363" y="5141"/>
                      <a:pt x="57403" y="4932"/>
                      <a:pt x="57441" y="4723"/>
                    </a:cubicBezTo>
                    <a:cubicBezTo>
                      <a:pt x="57526" y="4263"/>
                      <a:pt x="57598" y="3799"/>
                      <a:pt x="57661" y="3333"/>
                    </a:cubicBezTo>
                    <a:cubicBezTo>
                      <a:pt x="57683" y="3163"/>
                      <a:pt x="57707" y="2992"/>
                      <a:pt x="57725" y="2820"/>
                    </a:cubicBezTo>
                    <a:cubicBezTo>
                      <a:pt x="57744" y="2650"/>
                      <a:pt x="57762" y="2481"/>
                      <a:pt x="57779" y="2310"/>
                    </a:cubicBezTo>
                    <a:cubicBezTo>
                      <a:pt x="57846" y="1635"/>
                      <a:pt x="57889" y="955"/>
                      <a:pt x="57909" y="270"/>
                    </a:cubicBezTo>
                    <a:cubicBezTo>
                      <a:pt x="56875" y="95"/>
                      <a:pt x="55785" y="0"/>
                      <a:pt x="54650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7"/>
              <p:cNvSpPr/>
              <p:nvPr/>
            </p:nvSpPr>
            <p:spPr>
              <a:xfrm>
                <a:off x="7826525" y="1129225"/>
                <a:ext cx="1421725" cy="641150"/>
              </a:xfrm>
              <a:custGeom>
                <a:avLst/>
                <a:gdLst/>
                <a:ahLst/>
                <a:cxnLst/>
                <a:rect l="l" t="t" r="r" b="b"/>
                <a:pathLst>
                  <a:path w="56869" h="25646" extrusionOk="0">
                    <a:moveTo>
                      <a:pt x="56869" y="240"/>
                    </a:moveTo>
                    <a:cubicBezTo>
                      <a:pt x="54952" y="14582"/>
                      <a:pt x="42670" y="25645"/>
                      <a:pt x="27803" y="25645"/>
                    </a:cubicBezTo>
                    <a:cubicBezTo>
                      <a:pt x="14877" y="25645"/>
                      <a:pt x="3900" y="17279"/>
                      <a:pt x="0" y="5667"/>
                    </a:cubicBezTo>
                    <a:cubicBezTo>
                      <a:pt x="13473" y="1539"/>
                      <a:pt x="15640" y="13594"/>
                      <a:pt x="27155" y="14087"/>
                    </a:cubicBezTo>
                    <a:cubicBezTo>
                      <a:pt x="39670" y="14623"/>
                      <a:pt x="41324" y="158"/>
                      <a:pt x="53662" y="15"/>
                    </a:cubicBezTo>
                    <a:cubicBezTo>
                      <a:pt x="54781" y="1"/>
                      <a:pt x="55851" y="81"/>
                      <a:pt x="56869" y="240"/>
                    </a:cubicBezTo>
                    <a:close/>
                  </a:path>
                </a:pathLst>
              </a:custGeom>
              <a:solidFill>
                <a:srgbClr val="8686F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7"/>
              <p:cNvSpPr/>
              <p:nvPr/>
            </p:nvSpPr>
            <p:spPr>
              <a:xfrm>
                <a:off x="7938875" y="304125"/>
                <a:ext cx="1284825" cy="521375"/>
              </a:xfrm>
              <a:custGeom>
                <a:avLst/>
                <a:gdLst/>
                <a:ahLst/>
                <a:cxnLst/>
                <a:rect l="l" t="t" r="r" b="b"/>
                <a:pathLst>
                  <a:path w="51393" h="20855" extrusionOk="0">
                    <a:moveTo>
                      <a:pt x="23313" y="1"/>
                    </a:moveTo>
                    <a:cubicBezTo>
                      <a:pt x="23312" y="1"/>
                      <a:pt x="23310" y="1"/>
                      <a:pt x="23309" y="1"/>
                    </a:cubicBezTo>
                    <a:cubicBezTo>
                      <a:pt x="13807" y="1"/>
                      <a:pt x="5359" y="4522"/>
                      <a:pt x="0" y="11530"/>
                    </a:cubicBezTo>
                    <a:cubicBezTo>
                      <a:pt x="2252" y="13579"/>
                      <a:pt x="5439" y="15542"/>
                      <a:pt x="9779" y="16340"/>
                    </a:cubicBezTo>
                    <a:cubicBezTo>
                      <a:pt x="10742" y="16517"/>
                      <a:pt x="11646" y="16596"/>
                      <a:pt x="12502" y="16596"/>
                    </a:cubicBezTo>
                    <a:cubicBezTo>
                      <a:pt x="20055" y="16596"/>
                      <a:pt x="23831" y="10408"/>
                      <a:pt x="31227" y="10408"/>
                    </a:cubicBezTo>
                    <a:cubicBezTo>
                      <a:pt x="32260" y="10408"/>
                      <a:pt x="33363" y="10528"/>
                      <a:pt x="34558" y="10803"/>
                    </a:cubicBezTo>
                    <a:cubicBezTo>
                      <a:pt x="42687" y="12675"/>
                      <a:pt x="44260" y="19054"/>
                      <a:pt x="51392" y="20855"/>
                    </a:cubicBezTo>
                    <a:cubicBezTo>
                      <a:pt x="47759" y="8789"/>
                      <a:pt x="36561" y="1"/>
                      <a:pt x="23313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7"/>
              <p:cNvSpPr/>
              <p:nvPr/>
            </p:nvSpPr>
            <p:spPr>
              <a:xfrm>
                <a:off x="7788850" y="943850"/>
                <a:ext cx="239250" cy="591875"/>
              </a:xfrm>
              <a:custGeom>
                <a:avLst/>
                <a:gdLst/>
                <a:ahLst/>
                <a:cxnLst/>
                <a:rect l="l" t="t" r="r" b="b"/>
                <a:pathLst>
                  <a:path w="9570" h="23675" extrusionOk="0">
                    <a:moveTo>
                      <a:pt x="7800" y="23675"/>
                    </a:moveTo>
                    <a:cubicBezTo>
                      <a:pt x="6993" y="22802"/>
                      <a:pt x="6237" y="21882"/>
                      <a:pt x="5541" y="20916"/>
                    </a:cubicBezTo>
                    <a:cubicBezTo>
                      <a:pt x="5430" y="20763"/>
                      <a:pt x="5323" y="20609"/>
                      <a:pt x="5214" y="20454"/>
                    </a:cubicBezTo>
                    <a:cubicBezTo>
                      <a:pt x="5096" y="20283"/>
                      <a:pt x="4980" y="20113"/>
                      <a:pt x="4866" y="19939"/>
                    </a:cubicBezTo>
                    <a:cubicBezTo>
                      <a:pt x="4662" y="19629"/>
                      <a:pt x="4461" y="19316"/>
                      <a:pt x="4268" y="18998"/>
                    </a:cubicBezTo>
                    <a:cubicBezTo>
                      <a:pt x="3146" y="17157"/>
                      <a:pt x="2221" y="15182"/>
                      <a:pt x="1523" y="13104"/>
                    </a:cubicBezTo>
                    <a:cubicBezTo>
                      <a:pt x="1504" y="13049"/>
                      <a:pt x="1484" y="12993"/>
                      <a:pt x="1468" y="12934"/>
                    </a:cubicBezTo>
                    <a:cubicBezTo>
                      <a:pt x="1466" y="12930"/>
                      <a:pt x="1464" y="12923"/>
                      <a:pt x="1462" y="12918"/>
                    </a:cubicBezTo>
                    <a:cubicBezTo>
                      <a:pt x="1447" y="12870"/>
                      <a:pt x="1432" y="12822"/>
                      <a:pt x="1415" y="12774"/>
                    </a:cubicBezTo>
                    <a:cubicBezTo>
                      <a:pt x="1411" y="12760"/>
                      <a:pt x="1406" y="12747"/>
                      <a:pt x="1401" y="12733"/>
                    </a:cubicBezTo>
                    <a:cubicBezTo>
                      <a:pt x="1384" y="12682"/>
                      <a:pt x="1369" y="12631"/>
                      <a:pt x="1352" y="12578"/>
                    </a:cubicBezTo>
                    <a:cubicBezTo>
                      <a:pt x="1335" y="12524"/>
                      <a:pt x="1317" y="12468"/>
                      <a:pt x="1302" y="12415"/>
                    </a:cubicBezTo>
                    <a:cubicBezTo>
                      <a:pt x="1287" y="12362"/>
                      <a:pt x="1271" y="12311"/>
                      <a:pt x="1253" y="12258"/>
                    </a:cubicBezTo>
                    <a:cubicBezTo>
                      <a:pt x="1246" y="12232"/>
                      <a:pt x="1238" y="12207"/>
                      <a:pt x="1231" y="12180"/>
                    </a:cubicBezTo>
                    <a:cubicBezTo>
                      <a:pt x="1220" y="12144"/>
                      <a:pt x="1209" y="12106"/>
                      <a:pt x="1198" y="12069"/>
                    </a:cubicBezTo>
                    <a:cubicBezTo>
                      <a:pt x="1195" y="12058"/>
                      <a:pt x="1191" y="12048"/>
                      <a:pt x="1188" y="12035"/>
                    </a:cubicBezTo>
                    <a:cubicBezTo>
                      <a:pt x="1174" y="11987"/>
                      <a:pt x="1160" y="11938"/>
                      <a:pt x="1143" y="11888"/>
                    </a:cubicBezTo>
                    <a:cubicBezTo>
                      <a:pt x="1121" y="11811"/>
                      <a:pt x="1100" y="11735"/>
                      <a:pt x="1079" y="11658"/>
                    </a:cubicBezTo>
                    <a:cubicBezTo>
                      <a:pt x="1067" y="11616"/>
                      <a:pt x="1057" y="11576"/>
                      <a:pt x="1045" y="11534"/>
                    </a:cubicBezTo>
                    <a:cubicBezTo>
                      <a:pt x="1031" y="11487"/>
                      <a:pt x="1018" y="11438"/>
                      <a:pt x="1007" y="11392"/>
                    </a:cubicBezTo>
                    <a:lnTo>
                      <a:pt x="986" y="11313"/>
                    </a:lnTo>
                    <a:cubicBezTo>
                      <a:pt x="972" y="11261"/>
                      <a:pt x="958" y="11209"/>
                      <a:pt x="946" y="11159"/>
                    </a:cubicBezTo>
                    <a:cubicBezTo>
                      <a:pt x="944" y="11156"/>
                      <a:pt x="944" y="11150"/>
                      <a:pt x="942" y="11146"/>
                    </a:cubicBezTo>
                    <a:cubicBezTo>
                      <a:pt x="928" y="11090"/>
                      <a:pt x="912" y="11035"/>
                      <a:pt x="898" y="10979"/>
                    </a:cubicBezTo>
                    <a:cubicBezTo>
                      <a:pt x="883" y="10921"/>
                      <a:pt x="869" y="10859"/>
                      <a:pt x="854" y="10801"/>
                    </a:cubicBezTo>
                    <a:cubicBezTo>
                      <a:pt x="837" y="10741"/>
                      <a:pt x="823" y="10680"/>
                      <a:pt x="809" y="10620"/>
                    </a:cubicBezTo>
                    <a:cubicBezTo>
                      <a:pt x="795" y="10559"/>
                      <a:pt x="780" y="10499"/>
                      <a:pt x="766" y="10439"/>
                    </a:cubicBezTo>
                    <a:cubicBezTo>
                      <a:pt x="752" y="10378"/>
                      <a:pt x="738" y="10318"/>
                      <a:pt x="725" y="10258"/>
                    </a:cubicBezTo>
                    <a:cubicBezTo>
                      <a:pt x="711" y="10191"/>
                      <a:pt x="695" y="10127"/>
                      <a:pt x="681" y="10060"/>
                    </a:cubicBezTo>
                    <a:cubicBezTo>
                      <a:pt x="667" y="9998"/>
                      <a:pt x="655" y="9938"/>
                      <a:pt x="641" y="9877"/>
                    </a:cubicBezTo>
                    <a:cubicBezTo>
                      <a:pt x="640" y="9870"/>
                      <a:pt x="638" y="9864"/>
                      <a:pt x="638" y="9857"/>
                    </a:cubicBezTo>
                    <a:cubicBezTo>
                      <a:pt x="626" y="9803"/>
                      <a:pt x="615" y="9747"/>
                      <a:pt x="603" y="9692"/>
                    </a:cubicBezTo>
                    <a:cubicBezTo>
                      <a:pt x="598" y="9669"/>
                      <a:pt x="594" y="9646"/>
                      <a:pt x="590" y="9622"/>
                    </a:cubicBezTo>
                    <a:cubicBezTo>
                      <a:pt x="580" y="9580"/>
                      <a:pt x="571" y="9541"/>
                      <a:pt x="564" y="9500"/>
                    </a:cubicBezTo>
                    <a:cubicBezTo>
                      <a:pt x="562" y="9483"/>
                      <a:pt x="559" y="9468"/>
                      <a:pt x="556" y="9454"/>
                    </a:cubicBezTo>
                    <a:cubicBezTo>
                      <a:pt x="544" y="9397"/>
                      <a:pt x="534" y="9339"/>
                      <a:pt x="523" y="9281"/>
                    </a:cubicBezTo>
                    <a:cubicBezTo>
                      <a:pt x="513" y="9230"/>
                      <a:pt x="502" y="9177"/>
                      <a:pt x="493" y="9124"/>
                    </a:cubicBezTo>
                    <a:lnTo>
                      <a:pt x="473" y="9008"/>
                    </a:lnTo>
                    <a:cubicBezTo>
                      <a:pt x="461" y="8954"/>
                      <a:pt x="453" y="8898"/>
                      <a:pt x="443" y="8845"/>
                    </a:cubicBezTo>
                    <a:cubicBezTo>
                      <a:pt x="432" y="8790"/>
                      <a:pt x="424" y="8734"/>
                      <a:pt x="416" y="8678"/>
                    </a:cubicBezTo>
                    <a:cubicBezTo>
                      <a:pt x="413" y="8667"/>
                      <a:pt x="411" y="8655"/>
                      <a:pt x="410" y="8645"/>
                    </a:cubicBezTo>
                    <a:lnTo>
                      <a:pt x="389" y="8520"/>
                    </a:lnTo>
                    <a:cubicBezTo>
                      <a:pt x="382" y="8484"/>
                      <a:pt x="377" y="8445"/>
                      <a:pt x="371" y="8408"/>
                    </a:cubicBezTo>
                    <a:cubicBezTo>
                      <a:pt x="371" y="8403"/>
                      <a:pt x="370" y="8400"/>
                      <a:pt x="370" y="8394"/>
                    </a:cubicBezTo>
                    <a:cubicBezTo>
                      <a:pt x="363" y="8349"/>
                      <a:pt x="356" y="8303"/>
                      <a:pt x="349" y="8257"/>
                    </a:cubicBezTo>
                    <a:cubicBezTo>
                      <a:pt x="339" y="8184"/>
                      <a:pt x="326" y="8111"/>
                      <a:pt x="315" y="8040"/>
                    </a:cubicBezTo>
                    <a:cubicBezTo>
                      <a:pt x="311" y="7998"/>
                      <a:pt x="304" y="7956"/>
                      <a:pt x="299" y="7916"/>
                    </a:cubicBezTo>
                    <a:cubicBezTo>
                      <a:pt x="293" y="7882"/>
                      <a:pt x="290" y="7852"/>
                      <a:pt x="285" y="7818"/>
                    </a:cubicBezTo>
                    <a:cubicBezTo>
                      <a:pt x="271" y="7714"/>
                      <a:pt x="257" y="7611"/>
                      <a:pt x="243" y="7507"/>
                    </a:cubicBezTo>
                    <a:cubicBezTo>
                      <a:pt x="237" y="7475"/>
                      <a:pt x="235" y="7440"/>
                      <a:pt x="230" y="7406"/>
                    </a:cubicBezTo>
                    <a:cubicBezTo>
                      <a:pt x="228" y="7378"/>
                      <a:pt x="223" y="7352"/>
                      <a:pt x="221" y="7324"/>
                    </a:cubicBezTo>
                    <a:cubicBezTo>
                      <a:pt x="217" y="7295"/>
                      <a:pt x="214" y="7267"/>
                      <a:pt x="210" y="7238"/>
                    </a:cubicBezTo>
                    <a:cubicBezTo>
                      <a:pt x="203" y="7184"/>
                      <a:pt x="197" y="7129"/>
                      <a:pt x="190" y="7075"/>
                    </a:cubicBezTo>
                    <a:cubicBezTo>
                      <a:pt x="173" y="6926"/>
                      <a:pt x="158" y="6779"/>
                      <a:pt x="144" y="6628"/>
                    </a:cubicBezTo>
                    <a:cubicBezTo>
                      <a:pt x="140" y="6587"/>
                      <a:pt x="134" y="6543"/>
                      <a:pt x="132" y="6500"/>
                    </a:cubicBezTo>
                    <a:cubicBezTo>
                      <a:pt x="126" y="6440"/>
                      <a:pt x="120" y="6382"/>
                      <a:pt x="116" y="6324"/>
                    </a:cubicBezTo>
                    <a:cubicBezTo>
                      <a:pt x="112" y="6275"/>
                      <a:pt x="107" y="6226"/>
                      <a:pt x="104" y="6180"/>
                    </a:cubicBezTo>
                    <a:cubicBezTo>
                      <a:pt x="100" y="6131"/>
                      <a:pt x="95" y="6084"/>
                      <a:pt x="91" y="6035"/>
                    </a:cubicBezTo>
                    <a:cubicBezTo>
                      <a:pt x="91" y="6030"/>
                      <a:pt x="91" y="6024"/>
                      <a:pt x="90" y="6019"/>
                    </a:cubicBezTo>
                    <a:lnTo>
                      <a:pt x="79" y="5878"/>
                    </a:lnTo>
                    <a:cubicBezTo>
                      <a:pt x="77" y="5843"/>
                      <a:pt x="73" y="5809"/>
                      <a:pt x="72" y="5774"/>
                    </a:cubicBezTo>
                    <a:cubicBezTo>
                      <a:pt x="70" y="5749"/>
                      <a:pt x="69" y="5722"/>
                      <a:pt x="66" y="5694"/>
                    </a:cubicBezTo>
                    <a:cubicBezTo>
                      <a:pt x="63" y="5655"/>
                      <a:pt x="62" y="5617"/>
                      <a:pt x="61" y="5578"/>
                    </a:cubicBezTo>
                    <a:cubicBezTo>
                      <a:pt x="56" y="5527"/>
                      <a:pt x="55" y="5477"/>
                      <a:pt x="51" y="5426"/>
                    </a:cubicBezTo>
                    <a:cubicBezTo>
                      <a:pt x="50" y="5387"/>
                      <a:pt x="47" y="5348"/>
                      <a:pt x="44" y="5308"/>
                    </a:cubicBezTo>
                    <a:cubicBezTo>
                      <a:pt x="43" y="5278"/>
                      <a:pt x="41" y="5248"/>
                      <a:pt x="40" y="5217"/>
                    </a:cubicBezTo>
                    <a:lnTo>
                      <a:pt x="34" y="5124"/>
                    </a:lnTo>
                    <a:cubicBezTo>
                      <a:pt x="33" y="5074"/>
                      <a:pt x="29" y="5022"/>
                      <a:pt x="27" y="4972"/>
                    </a:cubicBezTo>
                    <a:lnTo>
                      <a:pt x="22" y="4820"/>
                    </a:lnTo>
                    <a:lnTo>
                      <a:pt x="16" y="4670"/>
                    </a:lnTo>
                    <a:lnTo>
                      <a:pt x="12" y="4518"/>
                    </a:lnTo>
                    <a:lnTo>
                      <a:pt x="12" y="4518"/>
                    </a:lnTo>
                    <a:cubicBezTo>
                      <a:pt x="9" y="4473"/>
                      <a:pt x="9" y="4428"/>
                      <a:pt x="8" y="4382"/>
                    </a:cubicBezTo>
                    <a:lnTo>
                      <a:pt x="8" y="4347"/>
                    </a:lnTo>
                    <a:cubicBezTo>
                      <a:pt x="8" y="4312"/>
                      <a:pt x="6" y="4276"/>
                      <a:pt x="6" y="4241"/>
                    </a:cubicBezTo>
                    <a:cubicBezTo>
                      <a:pt x="6" y="4219"/>
                      <a:pt x="6" y="4197"/>
                      <a:pt x="5" y="4176"/>
                    </a:cubicBezTo>
                    <a:cubicBezTo>
                      <a:pt x="5" y="4137"/>
                      <a:pt x="2" y="4101"/>
                      <a:pt x="2" y="4065"/>
                    </a:cubicBezTo>
                    <a:cubicBezTo>
                      <a:pt x="2" y="4020"/>
                      <a:pt x="2" y="3977"/>
                      <a:pt x="1" y="3934"/>
                    </a:cubicBezTo>
                    <a:lnTo>
                      <a:pt x="1" y="3759"/>
                    </a:lnTo>
                    <a:cubicBezTo>
                      <a:pt x="1" y="2485"/>
                      <a:pt x="83" y="1230"/>
                      <a:pt x="239" y="1"/>
                    </a:cubicBezTo>
                    <a:cubicBezTo>
                      <a:pt x="3530" y="239"/>
                      <a:pt x="8266" y="6396"/>
                      <a:pt x="9179" y="15325"/>
                    </a:cubicBezTo>
                    <a:cubicBezTo>
                      <a:pt x="9569" y="19128"/>
                      <a:pt x="8840" y="21812"/>
                      <a:pt x="7800" y="236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7"/>
              <p:cNvSpPr/>
              <p:nvPr/>
            </p:nvSpPr>
            <p:spPr>
              <a:xfrm>
                <a:off x="7833725" y="1062675"/>
                <a:ext cx="83950" cy="379075"/>
              </a:xfrm>
              <a:custGeom>
                <a:avLst/>
                <a:gdLst/>
                <a:ahLst/>
                <a:cxnLst/>
                <a:rect l="l" t="t" r="r" b="b"/>
                <a:pathLst>
                  <a:path w="3358" h="15163" extrusionOk="0">
                    <a:moveTo>
                      <a:pt x="382" y="1"/>
                    </a:moveTo>
                    <a:cubicBezTo>
                      <a:pt x="0" y="1"/>
                      <a:pt x="1350" y="3113"/>
                      <a:pt x="2165" y="6640"/>
                    </a:cubicBezTo>
                    <a:cubicBezTo>
                      <a:pt x="2219" y="6880"/>
                      <a:pt x="2273" y="7119"/>
                      <a:pt x="2322" y="7360"/>
                    </a:cubicBezTo>
                    <a:cubicBezTo>
                      <a:pt x="2616" y="8795"/>
                      <a:pt x="2798" y="10266"/>
                      <a:pt x="2724" y="11602"/>
                    </a:cubicBezTo>
                    <a:cubicBezTo>
                      <a:pt x="2720" y="11674"/>
                      <a:pt x="2716" y="11744"/>
                      <a:pt x="2712" y="11815"/>
                    </a:cubicBezTo>
                    <a:cubicBezTo>
                      <a:pt x="2698" y="12032"/>
                      <a:pt x="2682" y="12249"/>
                      <a:pt x="2663" y="12463"/>
                    </a:cubicBezTo>
                    <a:cubicBezTo>
                      <a:pt x="2610" y="13068"/>
                      <a:pt x="2539" y="13655"/>
                      <a:pt x="2456" y="14221"/>
                    </a:cubicBezTo>
                    <a:cubicBezTo>
                      <a:pt x="2649" y="14539"/>
                      <a:pt x="2849" y="14852"/>
                      <a:pt x="3054" y="15162"/>
                    </a:cubicBezTo>
                    <a:cubicBezTo>
                      <a:pt x="3229" y="14252"/>
                      <a:pt x="3343" y="13271"/>
                      <a:pt x="3353" y="12232"/>
                    </a:cubicBezTo>
                    <a:cubicBezTo>
                      <a:pt x="3357" y="12025"/>
                      <a:pt x="3355" y="11815"/>
                      <a:pt x="3343" y="11602"/>
                    </a:cubicBezTo>
                    <a:cubicBezTo>
                      <a:pt x="3343" y="11559"/>
                      <a:pt x="3341" y="11514"/>
                      <a:pt x="3339" y="11470"/>
                    </a:cubicBezTo>
                    <a:cubicBezTo>
                      <a:pt x="3292" y="10092"/>
                      <a:pt x="3143" y="8735"/>
                      <a:pt x="2934" y="7462"/>
                    </a:cubicBezTo>
                    <a:cubicBezTo>
                      <a:pt x="2898" y="7237"/>
                      <a:pt x="2858" y="7015"/>
                      <a:pt x="2817" y="6796"/>
                    </a:cubicBezTo>
                    <a:cubicBezTo>
                      <a:pt x="2133" y="3096"/>
                      <a:pt x="973" y="255"/>
                      <a:pt x="429" y="13"/>
                    </a:cubicBezTo>
                    <a:cubicBezTo>
                      <a:pt x="411" y="5"/>
                      <a:pt x="395" y="1"/>
                      <a:pt x="38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7"/>
              <p:cNvSpPr/>
              <p:nvPr/>
            </p:nvSpPr>
            <p:spPr>
              <a:xfrm>
                <a:off x="7814725" y="1148750"/>
                <a:ext cx="129100" cy="10275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4110" extrusionOk="0">
                    <a:moveTo>
                      <a:pt x="5043" y="1"/>
                    </a:moveTo>
                    <a:cubicBezTo>
                      <a:pt x="4535" y="1"/>
                      <a:pt x="3505" y="3618"/>
                      <a:pt x="3505" y="3618"/>
                    </a:cubicBezTo>
                    <a:cubicBezTo>
                      <a:pt x="3505" y="3618"/>
                      <a:pt x="752" y="1572"/>
                      <a:pt x="328" y="1572"/>
                    </a:cubicBezTo>
                    <a:cubicBezTo>
                      <a:pt x="317" y="1572"/>
                      <a:pt x="308" y="1573"/>
                      <a:pt x="300" y="1576"/>
                    </a:cubicBezTo>
                    <a:cubicBezTo>
                      <a:pt x="0" y="1684"/>
                      <a:pt x="3019" y="4110"/>
                      <a:pt x="3559" y="4110"/>
                    </a:cubicBezTo>
                    <a:cubicBezTo>
                      <a:pt x="3574" y="4110"/>
                      <a:pt x="3586" y="4108"/>
                      <a:pt x="3597" y="4105"/>
                    </a:cubicBezTo>
                    <a:cubicBezTo>
                      <a:pt x="4013" y="3968"/>
                      <a:pt x="5164" y="91"/>
                      <a:pt x="5164" y="91"/>
                    </a:cubicBezTo>
                    <a:cubicBezTo>
                      <a:pt x="5128" y="29"/>
                      <a:pt x="5088" y="1"/>
                      <a:pt x="504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7"/>
              <p:cNvSpPr/>
              <p:nvPr/>
            </p:nvSpPr>
            <p:spPr>
              <a:xfrm>
                <a:off x="7834525" y="1287225"/>
                <a:ext cx="135175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3626" extrusionOk="0">
                    <a:moveTo>
                      <a:pt x="5281" y="1"/>
                    </a:moveTo>
                    <a:cubicBezTo>
                      <a:pt x="4746" y="1"/>
                      <a:pt x="2926" y="3128"/>
                      <a:pt x="2926" y="3128"/>
                    </a:cubicBezTo>
                    <a:cubicBezTo>
                      <a:pt x="2926" y="3128"/>
                      <a:pt x="676" y="361"/>
                      <a:pt x="332" y="361"/>
                    </a:cubicBezTo>
                    <a:cubicBezTo>
                      <a:pt x="330" y="361"/>
                      <a:pt x="328" y="361"/>
                      <a:pt x="326" y="361"/>
                    </a:cubicBezTo>
                    <a:cubicBezTo>
                      <a:pt x="0" y="392"/>
                      <a:pt x="2437" y="3625"/>
                      <a:pt x="2890" y="3625"/>
                    </a:cubicBezTo>
                    <a:cubicBezTo>
                      <a:pt x="2892" y="3625"/>
                      <a:pt x="2893" y="3625"/>
                      <a:pt x="2895" y="3625"/>
                    </a:cubicBezTo>
                    <a:cubicBezTo>
                      <a:pt x="3332" y="3597"/>
                      <a:pt x="5406" y="122"/>
                      <a:pt x="5406" y="122"/>
                    </a:cubicBezTo>
                    <a:cubicBezTo>
                      <a:pt x="5382" y="38"/>
                      <a:pt x="5339" y="1"/>
                      <a:pt x="528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7"/>
              <p:cNvSpPr/>
              <p:nvPr/>
            </p:nvSpPr>
            <p:spPr>
              <a:xfrm>
                <a:off x="7918800" y="1418825"/>
                <a:ext cx="5090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1894" extrusionOk="0">
                    <a:moveTo>
                      <a:pt x="1855" y="0"/>
                    </a:moveTo>
                    <a:cubicBezTo>
                      <a:pt x="1485" y="0"/>
                      <a:pt x="662" y="757"/>
                      <a:pt x="0" y="1431"/>
                    </a:cubicBezTo>
                    <a:cubicBezTo>
                      <a:pt x="109" y="1586"/>
                      <a:pt x="216" y="1740"/>
                      <a:pt x="327" y="1893"/>
                    </a:cubicBezTo>
                    <a:cubicBezTo>
                      <a:pt x="1151" y="1096"/>
                      <a:pt x="2035" y="144"/>
                      <a:pt x="2035" y="144"/>
                    </a:cubicBezTo>
                    <a:cubicBezTo>
                      <a:pt x="2007" y="44"/>
                      <a:pt x="1944" y="0"/>
                      <a:pt x="1855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7"/>
              <p:cNvSpPr/>
              <p:nvPr/>
            </p:nvSpPr>
            <p:spPr>
              <a:xfrm>
                <a:off x="7984000" y="1301400"/>
                <a:ext cx="483450" cy="392800"/>
              </a:xfrm>
              <a:custGeom>
                <a:avLst/>
                <a:gdLst/>
                <a:ahLst/>
                <a:cxnLst/>
                <a:rect l="l" t="t" r="r" b="b"/>
                <a:pathLst>
                  <a:path w="19338" h="15712" extrusionOk="0">
                    <a:moveTo>
                      <a:pt x="14421" y="1"/>
                    </a:moveTo>
                    <a:cubicBezTo>
                      <a:pt x="10897" y="1"/>
                      <a:pt x="5216" y="2795"/>
                      <a:pt x="663" y="8493"/>
                    </a:cubicBezTo>
                    <a:cubicBezTo>
                      <a:pt x="429" y="8788"/>
                      <a:pt x="208" y="9080"/>
                      <a:pt x="0" y="9369"/>
                    </a:cubicBezTo>
                    <a:cubicBezTo>
                      <a:pt x="945" y="10388"/>
                      <a:pt x="1963" y="11340"/>
                      <a:pt x="3043" y="12217"/>
                    </a:cubicBezTo>
                    <a:cubicBezTo>
                      <a:pt x="3083" y="12250"/>
                      <a:pt x="3124" y="12281"/>
                      <a:pt x="3164" y="12314"/>
                    </a:cubicBezTo>
                    <a:cubicBezTo>
                      <a:pt x="3303" y="12427"/>
                      <a:pt x="3444" y="12537"/>
                      <a:pt x="3584" y="12647"/>
                    </a:cubicBezTo>
                    <a:cubicBezTo>
                      <a:pt x="3584" y="12648"/>
                      <a:pt x="3586" y="12648"/>
                      <a:pt x="3588" y="12650"/>
                    </a:cubicBezTo>
                    <a:cubicBezTo>
                      <a:pt x="4162" y="13094"/>
                      <a:pt x="4752" y="13517"/>
                      <a:pt x="5359" y="13916"/>
                    </a:cubicBezTo>
                    <a:cubicBezTo>
                      <a:pt x="6017" y="14353"/>
                      <a:pt x="6693" y="14763"/>
                      <a:pt x="7388" y="15142"/>
                    </a:cubicBezTo>
                    <a:cubicBezTo>
                      <a:pt x="7521" y="15218"/>
                      <a:pt x="7656" y="15291"/>
                      <a:pt x="7794" y="15364"/>
                    </a:cubicBezTo>
                    <a:cubicBezTo>
                      <a:pt x="8018" y="15482"/>
                      <a:pt x="8245" y="15599"/>
                      <a:pt x="8473" y="15712"/>
                    </a:cubicBezTo>
                    <a:cubicBezTo>
                      <a:pt x="9047" y="14494"/>
                      <a:pt x="9514" y="13225"/>
                      <a:pt x="9837" y="11983"/>
                    </a:cubicBezTo>
                    <a:cubicBezTo>
                      <a:pt x="9911" y="11695"/>
                      <a:pt x="10006" y="11417"/>
                      <a:pt x="10116" y="11145"/>
                    </a:cubicBezTo>
                    <a:cubicBezTo>
                      <a:pt x="12089" y="6267"/>
                      <a:pt x="19337" y="4071"/>
                      <a:pt x="17294" y="1162"/>
                    </a:cubicBezTo>
                    <a:cubicBezTo>
                      <a:pt x="16751" y="390"/>
                      <a:pt x="15736" y="1"/>
                      <a:pt x="14421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7"/>
              <p:cNvSpPr/>
              <p:nvPr/>
            </p:nvSpPr>
            <p:spPr>
              <a:xfrm>
                <a:off x="8060050" y="1386000"/>
                <a:ext cx="243125" cy="231600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9264" extrusionOk="0">
                    <a:moveTo>
                      <a:pt x="9106" y="0"/>
                    </a:moveTo>
                    <a:cubicBezTo>
                      <a:pt x="8440" y="0"/>
                      <a:pt x="5988" y="1742"/>
                      <a:pt x="3473" y="4414"/>
                    </a:cubicBezTo>
                    <a:cubicBezTo>
                      <a:pt x="3322" y="4576"/>
                      <a:pt x="3168" y="4741"/>
                      <a:pt x="3015" y="4910"/>
                    </a:cubicBezTo>
                    <a:cubicBezTo>
                      <a:pt x="2151" y="5866"/>
                      <a:pt x="1290" y="6928"/>
                      <a:pt x="506" y="8061"/>
                    </a:cubicBezTo>
                    <a:cubicBezTo>
                      <a:pt x="481" y="8097"/>
                      <a:pt x="455" y="8133"/>
                      <a:pt x="431" y="8171"/>
                    </a:cubicBezTo>
                    <a:cubicBezTo>
                      <a:pt x="311" y="8346"/>
                      <a:pt x="196" y="8521"/>
                      <a:pt x="84" y="8697"/>
                    </a:cubicBezTo>
                    <a:lnTo>
                      <a:pt x="1" y="8833"/>
                    </a:lnTo>
                    <a:cubicBezTo>
                      <a:pt x="41" y="8866"/>
                      <a:pt x="82" y="8897"/>
                      <a:pt x="122" y="8930"/>
                    </a:cubicBezTo>
                    <a:cubicBezTo>
                      <a:pt x="261" y="9043"/>
                      <a:pt x="402" y="9153"/>
                      <a:pt x="542" y="9263"/>
                    </a:cubicBezTo>
                    <a:cubicBezTo>
                      <a:pt x="641" y="9072"/>
                      <a:pt x="744" y="8883"/>
                      <a:pt x="850" y="8694"/>
                    </a:cubicBezTo>
                    <a:cubicBezTo>
                      <a:pt x="885" y="8633"/>
                      <a:pt x="919" y="8571"/>
                      <a:pt x="954" y="8509"/>
                    </a:cubicBezTo>
                    <a:cubicBezTo>
                      <a:pt x="1614" y="7345"/>
                      <a:pt x="2564" y="6205"/>
                      <a:pt x="3589" y="5159"/>
                    </a:cubicBezTo>
                    <a:cubicBezTo>
                      <a:pt x="3759" y="4983"/>
                      <a:pt x="3933" y="4809"/>
                      <a:pt x="4109" y="4638"/>
                    </a:cubicBezTo>
                    <a:cubicBezTo>
                      <a:pt x="6795" y="2022"/>
                      <a:pt x="9725" y="93"/>
                      <a:pt x="9153" y="4"/>
                    </a:cubicBezTo>
                    <a:cubicBezTo>
                      <a:pt x="9138" y="1"/>
                      <a:pt x="9123" y="0"/>
                      <a:pt x="9106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7"/>
              <p:cNvSpPr/>
              <p:nvPr/>
            </p:nvSpPr>
            <p:spPr>
              <a:xfrm>
                <a:off x="8129550" y="1405700"/>
                <a:ext cx="114075" cy="109450"/>
              </a:xfrm>
              <a:custGeom>
                <a:avLst/>
                <a:gdLst/>
                <a:ahLst/>
                <a:cxnLst/>
                <a:rect l="l" t="t" r="r" b="b"/>
                <a:pathLst>
                  <a:path w="4563" h="4378" extrusionOk="0">
                    <a:moveTo>
                      <a:pt x="1223" y="0"/>
                    </a:moveTo>
                    <a:cubicBezTo>
                      <a:pt x="1196" y="0"/>
                      <a:pt x="1165" y="9"/>
                      <a:pt x="1130" y="27"/>
                    </a:cubicBezTo>
                    <a:cubicBezTo>
                      <a:pt x="1130" y="27"/>
                      <a:pt x="0" y="3911"/>
                      <a:pt x="276" y="4251"/>
                    </a:cubicBezTo>
                    <a:cubicBezTo>
                      <a:pt x="349" y="4341"/>
                      <a:pt x="691" y="4377"/>
                      <a:pt x="1150" y="4377"/>
                    </a:cubicBezTo>
                    <a:cubicBezTo>
                      <a:pt x="2414" y="4377"/>
                      <a:pt x="4562" y="4101"/>
                      <a:pt x="4416" y="3910"/>
                    </a:cubicBezTo>
                    <a:cubicBezTo>
                      <a:pt x="4347" y="3819"/>
                      <a:pt x="3859" y="3789"/>
                      <a:pt x="3254" y="3789"/>
                    </a:cubicBezTo>
                    <a:cubicBezTo>
                      <a:pt x="2136" y="3789"/>
                      <a:pt x="619" y="3891"/>
                      <a:pt x="619" y="3891"/>
                    </a:cubicBezTo>
                    <a:cubicBezTo>
                      <a:pt x="619" y="3891"/>
                      <a:pt x="1796" y="0"/>
                      <a:pt x="122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7"/>
              <p:cNvSpPr/>
              <p:nvPr/>
            </p:nvSpPr>
            <p:spPr>
              <a:xfrm>
                <a:off x="8058500" y="1508100"/>
                <a:ext cx="111350" cy="109550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4382" extrusionOk="0">
                    <a:moveTo>
                      <a:pt x="201" y="1"/>
                    </a:moveTo>
                    <a:cubicBezTo>
                      <a:pt x="167" y="1"/>
                      <a:pt x="130" y="18"/>
                      <a:pt x="89" y="53"/>
                    </a:cubicBezTo>
                    <a:cubicBezTo>
                      <a:pt x="89" y="53"/>
                      <a:pt x="0" y="2646"/>
                      <a:pt x="146" y="3813"/>
                    </a:cubicBezTo>
                    <a:cubicBezTo>
                      <a:pt x="157" y="3900"/>
                      <a:pt x="170" y="3978"/>
                      <a:pt x="184" y="4046"/>
                    </a:cubicBezTo>
                    <a:cubicBezTo>
                      <a:pt x="323" y="4159"/>
                      <a:pt x="464" y="4269"/>
                      <a:pt x="604" y="4379"/>
                    </a:cubicBezTo>
                    <a:cubicBezTo>
                      <a:pt x="604" y="4380"/>
                      <a:pt x="606" y="4380"/>
                      <a:pt x="608" y="4382"/>
                    </a:cubicBezTo>
                    <a:cubicBezTo>
                      <a:pt x="1597" y="4269"/>
                      <a:pt x="4454" y="3184"/>
                      <a:pt x="4231" y="3004"/>
                    </a:cubicBezTo>
                    <a:cubicBezTo>
                      <a:pt x="4210" y="2987"/>
                      <a:pt x="4167" y="2980"/>
                      <a:pt x="4106" y="2980"/>
                    </a:cubicBezTo>
                    <a:cubicBezTo>
                      <a:pt x="3580" y="2980"/>
                      <a:pt x="1710" y="3554"/>
                      <a:pt x="912" y="3806"/>
                    </a:cubicBezTo>
                    <a:cubicBezTo>
                      <a:pt x="688" y="3879"/>
                      <a:pt x="547" y="3924"/>
                      <a:pt x="547" y="3924"/>
                    </a:cubicBezTo>
                    <a:cubicBezTo>
                      <a:pt x="547" y="3924"/>
                      <a:pt x="561" y="3618"/>
                      <a:pt x="569" y="3177"/>
                    </a:cubicBezTo>
                    <a:cubicBezTo>
                      <a:pt x="590" y="2037"/>
                      <a:pt x="578" y="1"/>
                      <a:pt x="20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7"/>
              <p:cNvSpPr/>
              <p:nvPr/>
            </p:nvSpPr>
            <p:spPr>
              <a:xfrm>
                <a:off x="8463150" y="1215825"/>
                <a:ext cx="452950" cy="538875"/>
              </a:xfrm>
              <a:custGeom>
                <a:avLst/>
                <a:gdLst/>
                <a:ahLst/>
                <a:cxnLst/>
                <a:rect l="l" t="t" r="r" b="b"/>
                <a:pathLst>
                  <a:path w="18118" h="21555" extrusionOk="0">
                    <a:moveTo>
                      <a:pt x="18114" y="17442"/>
                    </a:moveTo>
                    <a:lnTo>
                      <a:pt x="18114" y="17442"/>
                    </a:lnTo>
                    <a:cubicBezTo>
                      <a:pt x="18015" y="16854"/>
                      <a:pt x="17876" y="16238"/>
                      <a:pt x="17686" y="15593"/>
                    </a:cubicBezTo>
                    <a:lnTo>
                      <a:pt x="17686" y="15593"/>
                    </a:lnTo>
                    <a:cubicBezTo>
                      <a:pt x="17488" y="14916"/>
                      <a:pt x="17233" y="14206"/>
                      <a:pt x="16919" y="13465"/>
                    </a:cubicBezTo>
                    <a:cubicBezTo>
                      <a:pt x="16437" y="12330"/>
                      <a:pt x="15903" y="11270"/>
                      <a:pt x="15331" y="10282"/>
                    </a:cubicBezTo>
                    <a:cubicBezTo>
                      <a:pt x="11247" y="3239"/>
                      <a:pt x="5234" y="1"/>
                      <a:pt x="2875" y="1931"/>
                    </a:cubicBezTo>
                    <a:cubicBezTo>
                      <a:pt x="1" y="4280"/>
                      <a:pt x="7101" y="8613"/>
                      <a:pt x="7146" y="14184"/>
                    </a:cubicBezTo>
                    <a:cubicBezTo>
                      <a:pt x="7146" y="14241"/>
                      <a:pt x="7146" y="14300"/>
                      <a:pt x="7143" y="14358"/>
                    </a:cubicBezTo>
                    <a:cubicBezTo>
                      <a:pt x="7119" y="15691"/>
                      <a:pt x="7239" y="17101"/>
                      <a:pt x="7483" y="18481"/>
                    </a:cubicBezTo>
                    <a:cubicBezTo>
                      <a:pt x="7671" y="19538"/>
                      <a:pt x="7929" y="20579"/>
                      <a:pt x="8254" y="21555"/>
                    </a:cubicBezTo>
                    <a:cubicBezTo>
                      <a:pt x="8305" y="21544"/>
                      <a:pt x="8358" y="21531"/>
                      <a:pt x="8410" y="21522"/>
                    </a:cubicBezTo>
                    <a:cubicBezTo>
                      <a:pt x="8443" y="21515"/>
                      <a:pt x="8478" y="21508"/>
                      <a:pt x="8511" y="21499"/>
                    </a:cubicBezTo>
                    <a:cubicBezTo>
                      <a:pt x="8609" y="21478"/>
                      <a:pt x="8707" y="21455"/>
                      <a:pt x="8805" y="21432"/>
                    </a:cubicBezTo>
                    <a:cubicBezTo>
                      <a:pt x="8826" y="21427"/>
                      <a:pt x="8847" y="21423"/>
                      <a:pt x="8867" y="21419"/>
                    </a:cubicBezTo>
                    <a:cubicBezTo>
                      <a:pt x="8912" y="21409"/>
                      <a:pt x="8959" y="21398"/>
                      <a:pt x="9005" y="21385"/>
                    </a:cubicBezTo>
                    <a:cubicBezTo>
                      <a:pt x="9069" y="21370"/>
                      <a:pt x="9135" y="21355"/>
                      <a:pt x="9200" y="21339"/>
                    </a:cubicBezTo>
                    <a:cubicBezTo>
                      <a:pt x="9224" y="21332"/>
                      <a:pt x="9249" y="21327"/>
                      <a:pt x="9272" y="21320"/>
                    </a:cubicBezTo>
                    <a:cubicBezTo>
                      <a:pt x="9323" y="21307"/>
                      <a:pt x="9374" y="21295"/>
                      <a:pt x="9424" y="21281"/>
                    </a:cubicBezTo>
                    <a:cubicBezTo>
                      <a:pt x="9430" y="21279"/>
                      <a:pt x="9435" y="21279"/>
                      <a:pt x="9438" y="21278"/>
                    </a:cubicBezTo>
                    <a:cubicBezTo>
                      <a:pt x="9492" y="21264"/>
                      <a:pt x="9544" y="21250"/>
                      <a:pt x="9598" y="21236"/>
                    </a:cubicBezTo>
                    <a:lnTo>
                      <a:pt x="9640" y="21225"/>
                    </a:lnTo>
                    <a:cubicBezTo>
                      <a:pt x="9762" y="21195"/>
                      <a:pt x="9882" y="21161"/>
                      <a:pt x="10002" y="21128"/>
                    </a:cubicBezTo>
                    <a:cubicBezTo>
                      <a:pt x="10032" y="21119"/>
                      <a:pt x="10066" y="21111"/>
                      <a:pt x="10098" y="21103"/>
                    </a:cubicBezTo>
                    <a:cubicBezTo>
                      <a:pt x="10162" y="21085"/>
                      <a:pt x="10224" y="21066"/>
                      <a:pt x="10288" y="21048"/>
                    </a:cubicBezTo>
                    <a:cubicBezTo>
                      <a:pt x="10320" y="21040"/>
                      <a:pt x="10354" y="21029"/>
                      <a:pt x="10384" y="21021"/>
                    </a:cubicBezTo>
                    <a:cubicBezTo>
                      <a:pt x="10449" y="21001"/>
                      <a:pt x="10511" y="20984"/>
                      <a:pt x="10575" y="20965"/>
                    </a:cubicBezTo>
                    <a:cubicBezTo>
                      <a:pt x="10639" y="20945"/>
                      <a:pt x="10703" y="20927"/>
                      <a:pt x="10766" y="20908"/>
                    </a:cubicBezTo>
                    <a:cubicBezTo>
                      <a:pt x="10828" y="20888"/>
                      <a:pt x="10892" y="20869"/>
                      <a:pt x="10955" y="20848"/>
                    </a:cubicBezTo>
                    <a:cubicBezTo>
                      <a:pt x="11082" y="20808"/>
                      <a:pt x="11207" y="20769"/>
                      <a:pt x="11332" y="20727"/>
                    </a:cubicBezTo>
                    <a:cubicBezTo>
                      <a:pt x="11375" y="20713"/>
                      <a:pt x="11421" y="20698"/>
                      <a:pt x="11464" y="20684"/>
                    </a:cubicBezTo>
                    <a:cubicBezTo>
                      <a:pt x="11552" y="20653"/>
                      <a:pt x="11638" y="20624"/>
                      <a:pt x="11728" y="20595"/>
                    </a:cubicBezTo>
                    <a:cubicBezTo>
                      <a:pt x="11757" y="20584"/>
                      <a:pt x="11787" y="20575"/>
                      <a:pt x="11815" y="20565"/>
                    </a:cubicBezTo>
                    <a:lnTo>
                      <a:pt x="11878" y="20545"/>
                    </a:lnTo>
                    <a:cubicBezTo>
                      <a:pt x="11920" y="20531"/>
                      <a:pt x="11961" y="20514"/>
                      <a:pt x="12003" y="20499"/>
                    </a:cubicBezTo>
                    <a:cubicBezTo>
                      <a:pt x="12045" y="20485"/>
                      <a:pt x="12087" y="20469"/>
                      <a:pt x="12128" y="20454"/>
                    </a:cubicBezTo>
                    <a:cubicBezTo>
                      <a:pt x="12212" y="20423"/>
                      <a:pt x="12295" y="20393"/>
                      <a:pt x="12379" y="20361"/>
                    </a:cubicBezTo>
                    <a:cubicBezTo>
                      <a:pt x="12581" y="20287"/>
                      <a:pt x="12782" y="20208"/>
                      <a:pt x="12981" y="20130"/>
                    </a:cubicBezTo>
                    <a:cubicBezTo>
                      <a:pt x="13091" y="20087"/>
                      <a:pt x="13201" y="20044"/>
                      <a:pt x="13309" y="19998"/>
                    </a:cubicBezTo>
                    <a:cubicBezTo>
                      <a:pt x="13374" y="19971"/>
                      <a:pt x="13438" y="19946"/>
                      <a:pt x="13501" y="19918"/>
                    </a:cubicBezTo>
                    <a:cubicBezTo>
                      <a:pt x="13736" y="19818"/>
                      <a:pt x="13970" y="19718"/>
                      <a:pt x="14202" y="19613"/>
                    </a:cubicBezTo>
                    <a:cubicBezTo>
                      <a:pt x="14377" y="19536"/>
                      <a:pt x="14551" y="19455"/>
                      <a:pt x="14725" y="19371"/>
                    </a:cubicBezTo>
                    <a:lnTo>
                      <a:pt x="14725" y="19371"/>
                    </a:lnTo>
                    <a:cubicBezTo>
                      <a:pt x="15013" y="19234"/>
                      <a:pt x="15299" y="19093"/>
                      <a:pt x="15583" y="18947"/>
                    </a:cubicBezTo>
                    <a:cubicBezTo>
                      <a:pt x="15816" y="18827"/>
                      <a:pt x="16048" y="18703"/>
                      <a:pt x="16277" y="18578"/>
                    </a:cubicBezTo>
                    <a:cubicBezTo>
                      <a:pt x="16443" y="18488"/>
                      <a:pt x="16604" y="18396"/>
                      <a:pt x="16767" y="18304"/>
                    </a:cubicBezTo>
                    <a:cubicBezTo>
                      <a:pt x="16948" y="18199"/>
                      <a:pt x="17128" y="18095"/>
                      <a:pt x="17306" y="17987"/>
                    </a:cubicBezTo>
                    <a:cubicBezTo>
                      <a:pt x="17574" y="17825"/>
                      <a:pt x="17842" y="17658"/>
                      <a:pt x="18106" y="17485"/>
                    </a:cubicBezTo>
                    <a:cubicBezTo>
                      <a:pt x="18109" y="17484"/>
                      <a:pt x="18114" y="17480"/>
                      <a:pt x="18117" y="17479"/>
                    </a:cubicBezTo>
                    <a:cubicBezTo>
                      <a:pt x="18117" y="17466"/>
                      <a:pt x="18116" y="17455"/>
                      <a:pt x="18114" y="1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7"/>
              <p:cNvSpPr/>
              <p:nvPr/>
            </p:nvSpPr>
            <p:spPr>
              <a:xfrm>
                <a:off x="8633625" y="1351875"/>
                <a:ext cx="18837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7535" h="14478" extrusionOk="0">
                    <a:moveTo>
                      <a:pt x="493" y="1"/>
                    </a:moveTo>
                    <a:cubicBezTo>
                      <a:pt x="0" y="1"/>
                      <a:pt x="2268" y="2622"/>
                      <a:pt x="4127" y="5822"/>
                    </a:cubicBezTo>
                    <a:cubicBezTo>
                      <a:pt x="4251" y="6032"/>
                      <a:pt x="4371" y="6247"/>
                      <a:pt x="4489" y="6463"/>
                    </a:cubicBezTo>
                    <a:cubicBezTo>
                      <a:pt x="5195" y="7747"/>
                      <a:pt x="5803" y="9100"/>
                      <a:pt x="6125" y="10398"/>
                    </a:cubicBezTo>
                    <a:cubicBezTo>
                      <a:pt x="6143" y="10468"/>
                      <a:pt x="6159" y="10538"/>
                      <a:pt x="6176" y="10604"/>
                    </a:cubicBezTo>
                    <a:cubicBezTo>
                      <a:pt x="6226" y="10817"/>
                      <a:pt x="6275" y="11029"/>
                      <a:pt x="6319" y="11240"/>
                    </a:cubicBezTo>
                    <a:cubicBezTo>
                      <a:pt x="6393" y="11581"/>
                      <a:pt x="6459" y="11918"/>
                      <a:pt x="6518" y="12251"/>
                    </a:cubicBezTo>
                    <a:cubicBezTo>
                      <a:pt x="6658" y="13023"/>
                      <a:pt x="6758" y="13769"/>
                      <a:pt x="6833" y="14478"/>
                    </a:cubicBezTo>
                    <a:cubicBezTo>
                      <a:pt x="7068" y="14379"/>
                      <a:pt x="7303" y="14277"/>
                      <a:pt x="7534" y="14173"/>
                    </a:cubicBezTo>
                    <a:cubicBezTo>
                      <a:pt x="7447" y="13115"/>
                      <a:pt x="7257" y="11981"/>
                      <a:pt x="6911" y="10813"/>
                    </a:cubicBezTo>
                    <a:cubicBezTo>
                      <a:pt x="6861" y="10642"/>
                      <a:pt x="6805" y="10469"/>
                      <a:pt x="6748" y="10297"/>
                    </a:cubicBezTo>
                    <a:cubicBezTo>
                      <a:pt x="6740" y="10269"/>
                      <a:pt x="6730" y="10241"/>
                      <a:pt x="6720" y="10213"/>
                    </a:cubicBezTo>
                    <a:cubicBezTo>
                      <a:pt x="6706" y="10172"/>
                      <a:pt x="6691" y="10130"/>
                      <a:pt x="6677" y="10088"/>
                    </a:cubicBezTo>
                    <a:cubicBezTo>
                      <a:pt x="6225" y="8787"/>
                      <a:pt x="5682" y="7534"/>
                      <a:pt x="5106" y="6379"/>
                    </a:cubicBezTo>
                    <a:cubicBezTo>
                      <a:pt x="5004" y="6176"/>
                      <a:pt x="4903" y="5974"/>
                      <a:pt x="4798" y="5778"/>
                    </a:cubicBezTo>
                    <a:cubicBezTo>
                      <a:pt x="3052" y="2445"/>
                      <a:pt x="1105" y="73"/>
                      <a:pt x="513" y="2"/>
                    </a:cubicBezTo>
                    <a:cubicBezTo>
                      <a:pt x="506" y="1"/>
                      <a:pt x="499" y="1"/>
                      <a:pt x="49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7"/>
              <p:cNvSpPr/>
              <p:nvPr/>
            </p:nvSpPr>
            <p:spPr>
              <a:xfrm>
                <a:off x="8656050" y="1405325"/>
                <a:ext cx="112375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4495" h="4381" extrusionOk="0">
                    <a:moveTo>
                      <a:pt x="4338" y="1"/>
                    </a:moveTo>
                    <a:cubicBezTo>
                      <a:pt x="3819" y="1"/>
                      <a:pt x="3905" y="3914"/>
                      <a:pt x="3905" y="3914"/>
                    </a:cubicBezTo>
                    <a:cubicBezTo>
                      <a:pt x="3905" y="3914"/>
                      <a:pt x="998" y="2889"/>
                      <a:pt x="352" y="2889"/>
                    </a:cubicBezTo>
                    <a:cubicBezTo>
                      <a:pt x="300" y="2889"/>
                      <a:pt x="262" y="2896"/>
                      <a:pt x="242" y="2910"/>
                    </a:cubicBezTo>
                    <a:cubicBezTo>
                      <a:pt x="1" y="3092"/>
                      <a:pt x="3218" y="4381"/>
                      <a:pt x="3997" y="4381"/>
                    </a:cubicBezTo>
                    <a:cubicBezTo>
                      <a:pt x="4062" y="4381"/>
                      <a:pt x="4110" y="4372"/>
                      <a:pt x="4138" y="4352"/>
                    </a:cubicBezTo>
                    <a:cubicBezTo>
                      <a:pt x="4494" y="4100"/>
                      <a:pt x="4451" y="56"/>
                      <a:pt x="4451" y="56"/>
                    </a:cubicBezTo>
                    <a:cubicBezTo>
                      <a:pt x="4411" y="19"/>
                      <a:pt x="4373" y="1"/>
                      <a:pt x="433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7"/>
              <p:cNvSpPr/>
              <p:nvPr/>
            </p:nvSpPr>
            <p:spPr>
              <a:xfrm>
                <a:off x="8706150" y="1530025"/>
                <a:ext cx="126950" cy="104475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4179" extrusionOk="0">
                    <a:moveTo>
                      <a:pt x="4956" y="1"/>
                    </a:moveTo>
                    <a:cubicBezTo>
                      <a:pt x="4449" y="1"/>
                      <a:pt x="3595" y="3690"/>
                      <a:pt x="3595" y="3690"/>
                    </a:cubicBezTo>
                    <a:cubicBezTo>
                      <a:pt x="3595" y="3690"/>
                      <a:pt x="775" y="1807"/>
                      <a:pt x="327" y="1807"/>
                    </a:cubicBezTo>
                    <a:cubicBezTo>
                      <a:pt x="313" y="1807"/>
                      <a:pt x="302" y="1809"/>
                      <a:pt x="293" y="1812"/>
                    </a:cubicBezTo>
                    <a:cubicBezTo>
                      <a:pt x="0" y="1934"/>
                      <a:pt x="3097" y="4179"/>
                      <a:pt x="3664" y="4179"/>
                    </a:cubicBezTo>
                    <a:cubicBezTo>
                      <a:pt x="3682" y="4179"/>
                      <a:pt x="3698" y="4176"/>
                      <a:pt x="3711" y="4171"/>
                    </a:cubicBezTo>
                    <a:cubicBezTo>
                      <a:pt x="4120" y="4017"/>
                      <a:pt x="5077" y="85"/>
                      <a:pt x="5077" y="85"/>
                    </a:cubicBezTo>
                    <a:cubicBezTo>
                      <a:pt x="5040" y="28"/>
                      <a:pt x="4999" y="1"/>
                      <a:pt x="4956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7"/>
              <p:cNvSpPr/>
              <p:nvPr/>
            </p:nvSpPr>
            <p:spPr>
              <a:xfrm>
                <a:off x="8731000" y="1688950"/>
                <a:ext cx="60450" cy="35900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436" extrusionOk="0">
                    <a:moveTo>
                      <a:pt x="198" y="1"/>
                    </a:moveTo>
                    <a:cubicBezTo>
                      <a:pt x="184" y="1"/>
                      <a:pt x="172" y="3"/>
                      <a:pt x="163" y="7"/>
                    </a:cubicBezTo>
                    <a:cubicBezTo>
                      <a:pt x="0" y="75"/>
                      <a:pt x="894" y="805"/>
                      <a:pt x="1815" y="1436"/>
                    </a:cubicBezTo>
                    <a:cubicBezTo>
                      <a:pt x="2017" y="1362"/>
                      <a:pt x="2218" y="1286"/>
                      <a:pt x="2417" y="1205"/>
                    </a:cubicBezTo>
                    <a:cubicBezTo>
                      <a:pt x="1568" y="667"/>
                      <a:pt x="464" y="1"/>
                      <a:pt x="19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7"/>
              <p:cNvSpPr/>
              <p:nvPr/>
            </p:nvSpPr>
            <p:spPr>
              <a:xfrm>
                <a:off x="8835050" y="1656050"/>
                <a:ext cx="37050" cy="44175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767" extrusionOk="0">
                    <a:moveTo>
                      <a:pt x="1330" y="0"/>
                    </a:moveTo>
                    <a:cubicBezTo>
                      <a:pt x="1257" y="0"/>
                      <a:pt x="1173" y="46"/>
                      <a:pt x="1081" y="127"/>
                    </a:cubicBezTo>
                    <a:cubicBezTo>
                      <a:pt x="761" y="407"/>
                      <a:pt x="349" y="1105"/>
                      <a:pt x="1" y="1766"/>
                    </a:cubicBezTo>
                    <a:cubicBezTo>
                      <a:pt x="290" y="1629"/>
                      <a:pt x="576" y="1488"/>
                      <a:pt x="858" y="1342"/>
                    </a:cubicBezTo>
                    <a:cubicBezTo>
                      <a:pt x="1025" y="1016"/>
                      <a:pt x="1175" y="718"/>
                      <a:pt x="1285" y="496"/>
                    </a:cubicBezTo>
                    <a:cubicBezTo>
                      <a:pt x="1406" y="249"/>
                      <a:pt x="1482" y="94"/>
                      <a:pt x="1482" y="94"/>
                    </a:cubicBezTo>
                    <a:cubicBezTo>
                      <a:pt x="1439" y="30"/>
                      <a:pt x="1388" y="0"/>
                      <a:pt x="1330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7"/>
              <p:cNvSpPr/>
              <p:nvPr/>
            </p:nvSpPr>
            <p:spPr>
              <a:xfrm>
                <a:off x="8835725" y="949250"/>
                <a:ext cx="41880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6752" h="15665" extrusionOk="0">
                    <a:moveTo>
                      <a:pt x="1212" y="3144"/>
                    </a:moveTo>
                    <a:cubicBezTo>
                      <a:pt x="0" y="6445"/>
                      <a:pt x="7399" y="6728"/>
                      <a:pt x="10621" y="10806"/>
                    </a:cubicBezTo>
                    <a:cubicBezTo>
                      <a:pt x="10836" y="11077"/>
                      <a:pt x="11033" y="11368"/>
                      <a:pt x="11207" y="11676"/>
                    </a:cubicBezTo>
                    <a:cubicBezTo>
                      <a:pt x="11797" y="12718"/>
                      <a:pt x="12518" y="13752"/>
                      <a:pt x="13318" y="14724"/>
                    </a:cubicBezTo>
                    <a:cubicBezTo>
                      <a:pt x="13582" y="15045"/>
                      <a:pt x="13855" y="15358"/>
                      <a:pt x="14136" y="15664"/>
                    </a:cubicBezTo>
                    <a:cubicBezTo>
                      <a:pt x="14857" y="14085"/>
                      <a:pt x="15440" y="12430"/>
                      <a:pt x="15873" y="10717"/>
                    </a:cubicBezTo>
                    <a:cubicBezTo>
                      <a:pt x="15916" y="10544"/>
                      <a:pt x="15958" y="10370"/>
                      <a:pt x="16000" y="10196"/>
                    </a:cubicBezTo>
                    <a:cubicBezTo>
                      <a:pt x="16057" y="9951"/>
                      <a:pt x="16111" y="9704"/>
                      <a:pt x="16161" y="9456"/>
                    </a:cubicBezTo>
                    <a:cubicBezTo>
                      <a:pt x="16204" y="9248"/>
                      <a:pt x="16245" y="9040"/>
                      <a:pt x="16284" y="8831"/>
                    </a:cubicBezTo>
                    <a:cubicBezTo>
                      <a:pt x="16367" y="8372"/>
                      <a:pt x="16440" y="7908"/>
                      <a:pt x="16502" y="7441"/>
                    </a:cubicBezTo>
                    <a:cubicBezTo>
                      <a:pt x="16525" y="7271"/>
                      <a:pt x="16545" y="7098"/>
                      <a:pt x="16566" y="6927"/>
                    </a:cubicBezTo>
                    <a:cubicBezTo>
                      <a:pt x="16586" y="6759"/>
                      <a:pt x="16605" y="6589"/>
                      <a:pt x="16621" y="6418"/>
                    </a:cubicBezTo>
                    <a:lnTo>
                      <a:pt x="16621" y="6418"/>
                    </a:lnTo>
                    <a:cubicBezTo>
                      <a:pt x="16625" y="6374"/>
                      <a:pt x="16629" y="6331"/>
                      <a:pt x="16633" y="6290"/>
                    </a:cubicBezTo>
                    <a:cubicBezTo>
                      <a:pt x="16634" y="6273"/>
                      <a:pt x="16637" y="6258"/>
                      <a:pt x="16639" y="6241"/>
                    </a:cubicBezTo>
                    <a:cubicBezTo>
                      <a:pt x="16648" y="6131"/>
                      <a:pt x="16658" y="6021"/>
                      <a:pt x="16666" y="5911"/>
                    </a:cubicBezTo>
                    <a:cubicBezTo>
                      <a:pt x="16669" y="5869"/>
                      <a:pt x="16673" y="5826"/>
                      <a:pt x="16676" y="5784"/>
                    </a:cubicBezTo>
                    <a:cubicBezTo>
                      <a:pt x="16683" y="5699"/>
                      <a:pt x="16689" y="5615"/>
                      <a:pt x="16694" y="5531"/>
                    </a:cubicBezTo>
                    <a:cubicBezTo>
                      <a:pt x="16697" y="5489"/>
                      <a:pt x="16698" y="5445"/>
                      <a:pt x="16703" y="5403"/>
                    </a:cubicBezTo>
                    <a:cubicBezTo>
                      <a:pt x="16704" y="5365"/>
                      <a:pt x="16708" y="5329"/>
                      <a:pt x="16710" y="5290"/>
                    </a:cubicBezTo>
                    <a:cubicBezTo>
                      <a:pt x="16715" y="5200"/>
                      <a:pt x="16721" y="5109"/>
                      <a:pt x="16724" y="5019"/>
                    </a:cubicBezTo>
                    <a:cubicBezTo>
                      <a:pt x="16725" y="4985"/>
                      <a:pt x="16728" y="4955"/>
                      <a:pt x="16729" y="4921"/>
                    </a:cubicBezTo>
                    <a:cubicBezTo>
                      <a:pt x="16733" y="4824"/>
                      <a:pt x="16737" y="4727"/>
                      <a:pt x="16740" y="4628"/>
                    </a:cubicBezTo>
                    <a:cubicBezTo>
                      <a:pt x="16743" y="4586"/>
                      <a:pt x="16744" y="4546"/>
                      <a:pt x="16746" y="4504"/>
                    </a:cubicBezTo>
                    <a:cubicBezTo>
                      <a:pt x="16747" y="4461"/>
                      <a:pt x="16750" y="4419"/>
                      <a:pt x="16750" y="4376"/>
                    </a:cubicBezTo>
                    <a:cubicBezTo>
                      <a:pt x="16750" y="4359"/>
                      <a:pt x="16751" y="4344"/>
                      <a:pt x="16751" y="4329"/>
                    </a:cubicBezTo>
                    <a:lnTo>
                      <a:pt x="16751" y="4329"/>
                    </a:lnTo>
                    <a:cubicBezTo>
                      <a:pt x="9453" y="0"/>
                      <a:pt x="2291" y="206"/>
                      <a:pt x="1212" y="314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7"/>
              <p:cNvSpPr/>
              <p:nvPr/>
            </p:nvSpPr>
            <p:spPr>
              <a:xfrm>
                <a:off x="8990275" y="1047825"/>
                <a:ext cx="252525" cy="137725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509" extrusionOk="0">
                    <a:moveTo>
                      <a:pt x="742" y="1"/>
                    </a:moveTo>
                    <a:cubicBezTo>
                      <a:pt x="651" y="1"/>
                      <a:pt x="579" y="12"/>
                      <a:pt x="528" y="35"/>
                    </a:cubicBezTo>
                    <a:cubicBezTo>
                      <a:pt x="0" y="266"/>
                      <a:pt x="3329" y="1375"/>
                      <a:pt x="6600" y="3209"/>
                    </a:cubicBezTo>
                    <a:cubicBezTo>
                      <a:pt x="6812" y="3328"/>
                      <a:pt x="7026" y="3452"/>
                      <a:pt x="7236" y="3575"/>
                    </a:cubicBezTo>
                    <a:cubicBezTo>
                      <a:pt x="8215" y="4157"/>
                      <a:pt x="9164" y="4803"/>
                      <a:pt x="9978" y="5509"/>
                    </a:cubicBezTo>
                    <a:cubicBezTo>
                      <a:pt x="10021" y="5301"/>
                      <a:pt x="10061" y="5092"/>
                      <a:pt x="10100" y="4884"/>
                    </a:cubicBezTo>
                    <a:cubicBezTo>
                      <a:pt x="9315" y="4270"/>
                      <a:pt x="8515" y="3705"/>
                      <a:pt x="7725" y="3193"/>
                    </a:cubicBezTo>
                    <a:cubicBezTo>
                      <a:pt x="7534" y="3070"/>
                      <a:pt x="7342" y="2949"/>
                      <a:pt x="7154" y="2829"/>
                    </a:cubicBezTo>
                    <a:cubicBezTo>
                      <a:pt x="4257" y="1036"/>
                      <a:pt x="1618" y="1"/>
                      <a:pt x="74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7"/>
              <p:cNvSpPr/>
              <p:nvPr/>
            </p:nvSpPr>
            <p:spPr>
              <a:xfrm>
                <a:off x="9080450" y="1034275"/>
                <a:ext cx="107300" cy="117150"/>
              </a:xfrm>
              <a:custGeom>
                <a:avLst/>
                <a:gdLst/>
                <a:ahLst/>
                <a:cxnLst/>
                <a:rect l="l" t="t" r="r" b="b"/>
                <a:pathLst>
                  <a:path w="4292" h="4686" extrusionOk="0">
                    <a:moveTo>
                      <a:pt x="2141" y="1"/>
                    </a:moveTo>
                    <a:cubicBezTo>
                      <a:pt x="1451" y="1"/>
                      <a:pt x="3689" y="3608"/>
                      <a:pt x="3689" y="3608"/>
                    </a:cubicBezTo>
                    <a:cubicBezTo>
                      <a:pt x="3689" y="3608"/>
                      <a:pt x="148" y="4304"/>
                      <a:pt x="23" y="4607"/>
                    </a:cubicBezTo>
                    <a:cubicBezTo>
                      <a:pt x="1" y="4661"/>
                      <a:pt x="113" y="4685"/>
                      <a:pt x="312" y="4685"/>
                    </a:cubicBezTo>
                    <a:cubicBezTo>
                      <a:pt x="1224" y="4685"/>
                      <a:pt x="3962" y="4195"/>
                      <a:pt x="4111" y="3868"/>
                    </a:cubicBezTo>
                    <a:cubicBezTo>
                      <a:pt x="4292" y="3469"/>
                      <a:pt x="2197" y="8"/>
                      <a:pt x="2197" y="8"/>
                    </a:cubicBezTo>
                    <a:cubicBezTo>
                      <a:pt x="2176" y="3"/>
                      <a:pt x="2158" y="1"/>
                      <a:pt x="214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7"/>
              <p:cNvSpPr/>
              <p:nvPr/>
            </p:nvSpPr>
            <p:spPr>
              <a:xfrm>
                <a:off x="9171975" y="1203675"/>
                <a:ext cx="636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539" extrusionOk="0">
                    <a:moveTo>
                      <a:pt x="1502" y="1"/>
                    </a:moveTo>
                    <a:cubicBezTo>
                      <a:pt x="795" y="1"/>
                      <a:pt x="188" y="32"/>
                      <a:pt x="109" y="136"/>
                    </a:cubicBezTo>
                    <a:cubicBezTo>
                      <a:pt x="0" y="284"/>
                      <a:pt x="1257" y="469"/>
                      <a:pt x="2419" y="538"/>
                    </a:cubicBezTo>
                    <a:cubicBezTo>
                      <a:pt x="2465" y="366"/>
                      <a:pt x="2507" y="192"/>
                      <a:pt x="2547" y="18"/>
                    </a:cubicBezTo>
                    <a:cubicBezTo>
                      <a:pt x="2208" y="8"/>
                      <a:pt x="1843" y="1"/>
                      <a:pt x="150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7"/>
              <p:cNvSpPr/>
              <p:nvPr/>
            </p:nvSpPr>
            <p:spPr>
              <a:xfrm>
                <a:off x="9249375" y="1109650"/>
                <a:ext cx="1850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10" extrusionOk="0">
                    <a:moveTo>
                      <a:pt x="73" y="0"/>
                    </a:moveTo>
                    <a:cubicBezTo>
                      <a:pt x="12" y="84"/>
                      <a:pt x="1" y="266"/>
                      <a:pt x="19" y="510"/>
                    </a:cubicBezTo>
                    <a:cubicBezTo>
                      <a:pt x="38" y="340"/>
                      <a:pt x="56" y="171"/>
                      <a:pt x="7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7"/>
              <p:cNvSpPr/>
              <p:nvPr/>
            </p:nvSpPr>
            <p:spPr>
              <a:xfrm>
                <a:off x="8795600" y="1215675"/>
                <a:ext cx="402550" cy="500025"/>
              </a:xfrm>
              <a:custGeom>
                <a:avLst/>
                <a:gdLst/>
                <a:ahLst/>
                <a:cxnLst/>
                <a:rect l="l" t="t" r="r" b="b"/>
                <a:pathLst>
                  <a:path w="16102" h="20001" extrusionOk="0">
                    <a:moveTo>
                      <a:pt x="13341" y="1"/>
                    </a:moveTo>
                    <a:cubicBezTo>
                      <a:pt x="12992" y="1"/>
                      <a:pt x="12619" y="50"/>
                      <a:pt x="12226" y="147"/>
                    </a:cubicBezTo>
                    <a:cubicBezTo>
                      <a:pt x="9192" y="896"/>
                      <a:pt x="5004" y="4505"/>
                      <a:pt x="2181" y="10284"/>
                    </a:cubicBezTo>
                    <a:cubicBezTo>
                      <a:pt x="1849" y="10964"/>
                      <a:pt x="1534" y="11675"/>
                      <a:pt x="1243" y="12416"/>
                    </a:cubicBezTo>
                    <a:cubicBezTo>
                      <a:pt x="1168" y="12604"/>
                      <a:pt x="1099" y="12789"/>
                      <a:pt x="1033" y="12972"/>
                    </a:cubicBezTo>
                    <a:cubicBezTo>
                      <a:pt x="676" y="13958"/>
                      <a:pt x="428" y="14881"/>
                      <a:pt x="268" y="15743"/>
                    </a:cubicBezTo>
                    <a:cubicBezTo>
                      <a:pt x="202" y="16087"/>
                      <a:pt x="152" y="16421"/>
                      <a:pt x="115" y="16747"/>
                    </a:cubicBezTo>
                    <a:cubicBezTo>
                      <a:pt x="76" y="17073"/>
                      <a:pt x="52" y="17388"/>
                      <a:pt x="38" y="17695"/>
                    </a:cubicBezTo>
                    <a:cubicBezTo>
                      <a:pt x="1" y="18534"/>
                      <a:pt x="49" y="19302"/>
                      <a:pt x="159" y="20001"/>
                    </a:cubicBezTo>
                    <a:cubicBezTo>
                      <a:pt x="223" y="19974"/>
                      <a:pt x="289" y="19948"/>
                      <a:pt x="351" y="19920"/>
                    </a:cubicBezTo>
                    <a:cubicBezTo>
                      <a:pt x="585" y="19821"/>
                      <a:pt x="820" y="19720"/>
                      <a:pt x="1051" y="19615"/>
                    </a:cubicBezTo>
                    <a:cubicBezTo>
                      <a:pt x="1228" y="19537"/>
                      <a:pt x="1402" y="19458"/>
                      <a:pt x="1576" y="19375"/>
                    </a:cubicBezTo>
                    <a:cubicBezTo>
                      <a:pt x="1864" y="19237"/>
                      <a:pt x="2149" y="19096"/>
                      <a:pt x="2433" y="18950"/>
                    </a:cubicBezTo>
                    <a:cubicBezTo>
                      <a:pt x="2666" y="18829"/>
                      <a:pt x="2898" y="18706"/>
                      <a:pt x="3128" y="18581"/>
                    </a:cubicBezTo>
                    <a:cubicBezTo>
                      <a:pt x="3292" y="18491"/>
                      <a:pt x="3455" y="18398"/>
                      <a:pt x="3618" y="18306"/>
                    </a:cubicBezTo>
                    <a:cubicBezTo>
                      <a:pt x="3799" y="18201"/>
                      <a:pt x="3978" y="18097"/>
                      <a:pt x="4155" y="17990"/>
                    </a:cubicBezTo>
                    <a:cubicBezTo>
                      <a:pt x="4425" y="17827"/>
                      <a:pt x="4691" y="17660"/>
                      <a:pt x="4955" y="17489"/>
                    </a:cubicBezTo>
                    <a:cubicBezTo>
                      <a:pt x="4959" y="17486"/>
                      <a:pt x="4965" y="17483"/>
                      <a:pt x="4968" y="17480"/>
                    </a:cubicBezTo>
                    <a:cubicBezTo>
                      <a:pt x="7228" y="16016"/>
                      <a:pt x="9274" y="14249"/>
                      <a:pt x="11048" y="12235"/>
                    </a:cubicBezTo>
                    <a:cubicBezTo>
                      <a:pt x="11283" y="9070"/>
                      <a:pt x="13659" y="6267"/>
                      <a:pt x="14919" y="4060"/>
                    </a:cubicBezTo>
                    <a:cubicBezTo>
                      <a:pt x="15762" y="2591"/>
                      <a:pt x="16102" y="1380"/>
                      <a:pt x="14972" y="505"/>
                    </a:cubicBezTo>
                    <a:cubicBezTo>
                      <a:pt x="14533" y="166"/>
                      <a:pt x="13978" y="1"/>
                      <a:pt x="13341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7"/>
              <p:cNvSpPr/>
              <p:nvPr/>
            </p:nvSpPr>
            <p:spPr>
              <a:xfrm>
                <a:off x="8899575" y="1318975"/>
                <a:ext cx="177575" cy="346525"/>
              </a:xfrm>
              <a:custGeom>
                <a:avLst/>
                <a:gdLst/>
                <a:ahLst/>
                <a:cxnLst/>
                <a:rect l="l" t="t" r="r" b="b"/>
                <a:pathLst>
                  <a:path w="7103" h="13861" extrusionOk="0">
                    <a:moveTo>
                      <a:pt x="6624" y="1"/>
                    </a:moveTo>
                    <a:cubicBezTo>
                      <a:pt x="6616" y="1"/>
                      <a:pt x="6608" y="2"/>
                      <a:pt x="6600" y="3"/>
                    </a:cubicBezTo>
                    <a:cubicBezTo>
                      <a:pt x="6011" y="88"/>
                      <a:pt x="4129" y="2512"/>
                      <a:pt x="2473" y="5891"/>
                    </a:cubicBezTo>
                    <a:cubicBezTo>
                      <a:pt x="2376" y="6092"/>
                      <a:pt x="2278" y="6295"/>
                      <a:pt x="2184" y="6502"/>
                    </a:cubicBezTo>
                    <a:cubicBezTo>
                      <a:pt x="1638" y="7671"/>
                      <a:pt x="1129" y="8939"/>
                      <a:pt x="713" y="10253"/>
                    </a:cubicBezTo>
                    <a:cubicBezTo>
                      <a:pt x="699" y="10295"/>
                      <a:pt x="688" y="10338"/>
                      <a:pt x="674" y="10380"/>
                    </a:cubicBezTo>
                    <a:cubicBezTo>
                      <a:pt x="608" y="10583"/>
                      <a:pt x="551" y="10785"/>
                      <a:pt x="497" y="10985"/>
                    </a:cubicBezTo>
                    <a:cubicBezTo>
                      <a:pt x="455" y="11147"/>
                      <a:pt x="416" y="11307"/>
                      <a:pt x="377" y="11465"/>
                    </a:cubicBezTo>
                    <a:cubicBezTo>
                      <a:pt x="184" y="12289"/>
                      <a:pt x="64" y="13094"/>
                      <a:pt x="0" y="13861"/>
                    </a:cubicBezTo>
                    <a:cubicBezTo>
                      <a:pt x="270" y="13698"/>
                      <a:pt x="536" y="13531"/>
                      <a:pt x="800" y="13359"/>
                    </a:cubicBezTo>
                    <a:cubicBezTo>
                      <a:pt x="802" y="13346"/>
                      <a:pt x="803" y="13330"/>
                      <a:pt x="806" y="13315"/>
                    </a:cubicBezTo>
                    <a:cubicBezTo>
                      <a:pt x="880" y="12693"/>
                      <a:pt x="976" y="12051"/>
                      <a:pt x="1100" y="11394"/>
                    </a:cubicBezTo>
                    <a:cubicBezTo>
                      <a:pt x="1140" y="11183"/>
                      <a:pt x="1182" y="10970"/>
                      <a:pt x="1226" y="10755"/>
                    </a:cubicBezTo>
                    <a:cubicBezTo>
                      <a:pt x="1242" y="10687"/>
                      <a:pt x="1255" y="10618"/>
                      <a:pt x="1272" y="10548"/>
                    </a:cubicBezTo>
                    <a:cubicBezTo>
                      <a:pt x="1559" y="9241"/>
                      <a:pt x="2131" y="7873"/>
                      <a:pt x="2800" y="6569"/>
                    </a:cubicBezTo>
                    <a:cubicBezTo>
                      <a:pt x="2914" y="6351"/>
                      <a:pt x="3029" y="6133"/>
                      <a:pt x="3145" y="5919"/>
                    </a:cubicBezTo>
                    <a:cubicBezTo>
                      <a:pt x="4914" y="2677"/>
                      <a:pt x="7102" y="1"/>
                      <a:pt x="662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7"/>
              <p:cNvSpPr/>
              <p:nvPr/>
            </p:nvSpPr>
            <p:spPr>
              <a:xfrm>
                <a:off x="8945225" y="1375625"/>
                <a:ext cx="113325" cy="109325"/>
              </a:xfrm>
              <a:custGeom>
                <a:avLst/>
                <a:gdLst/>
                <a:ahLst/>
                <a:cxnLst/>
                <a:rect l="l" t="t" r="r" b="b"/>
                <a:pathLst>
                  <a:path w="4533" h="4373" extrusionOk="0">
                    <a:moveTo>
                      <a:pt x="114" y="0"/>
                    </a:moveTo>
                    <a:cubicBezTo>
                      <a:pt x="78" y="0"/>
                      <a:pt x="40" y="19"/>
                      <a:pt x="0" y="58"/>
                    </a:cubicBezTo>
                    <a:cubicBezTo>
                      <a:pt x="0" y="58"/>
                      <a:pt x="67" y="4104"/>
                      <a:pt x="430" y="4348"/>
                    </a:cubicBezTo>
                    <a:cubicBezTo>
                      <a:pt x="455" y="4364"/>
                      <a:pt x="497" y="4372"/>
                      <a:pt x="553" y="4372"/>
                    </a:cubicBezTo>
                    <a:cubicBezTo>
                      <a:pt x="1298" y="4372"/>
                      <a:pt x="4533" y="2977"/>
                      <a:pt x="4285" y="2800"/>
                    </a:cubicBezTo>
                    <a:cubicBezTo>
                      <a:pt x="4267" y="2787"/>
                      <a:pt x="4235" y="2781"/>
                      <a:pt x="4190" y="2781"/>
                    </a:cubicBezTo>
                    <a:cubicBezTo>
                      <a:pt x="3576" y="2781"/>
                      <a:pt x="651" y="3904"/>
                      <a:pt x="651" y="3904"/>
                    </a:cubicBezTo>
                    <a:cubicBezTo>
                      <a:pt x="651" y="3904"/>
                      <a:pt x="632" y="0"/>
                      <a:pt x="114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7"/>
              <p:cNvSpPr/>
              <p:nvPr/>
            </p:nvSpPr>
            <p:spPr>
              <a:xfrm>
                <a:off x="8882900" y="1502075"/>
                <a:ext cx="128150" cy="103550"/>
              </a:xfrm>
              <a:custGeom>
                <a:avLst/>
                <a:gdLst/>
                <a:ahLst/>
                <a:cxnLst/>
                <a:rect l="l" t="t" r="r" b="b"/>
                <a:pathLst>
                  <a:path w="5126" h="4142" extrusionOk="0">
                    <a:moveTo>
                      <a:pt x="121" y="0"/>
                    </a:moveTo>
                    <a:cubicBezTo>
                      <a:pt x="77" y="0"/>
                      <a:pt x="37" y="27"/>
                      <a:pt x="0" y="87"/>
                    </a:cubicBezTo>
                    <a:cubicBezTo>
                      <a:pt x="0" y="87"/>
                      <a:pt x="1064" y="3991"/>
                      <a:pt x="1476" y="4136"/>
                    </a:cubicBezTo>
                    <a:cubicBezTo>
                      <a:pt x="1487" y="4140"/>
                      <a:pt x="1501" y="4142"/>
                      <a:pt x="1517" y="4142"/>
                    </a:cubicBezTo>
                    <a:cubicBezTo>
                      <a:pt x="2069" y="4142"/>
                      <a:pt x="5126" y="1800"/>
                      <a:pt x="4830" y="1685"/>
                    </a:cubicBezTo>
                    <a:cubicBezTo>
                      <a:pt x="4821" y="1682"/>
                      <a:pt x="4811" y="1680"/>
                      <a:pt x="4799" y="1680"/>
                    </a:cubicBezTo>
                    <a:cubicBezTo>
                      <a:pt x="4365" y="1680"/>
                      <a:pt x="1580" y="3650"/>
                      <a:pt x="1580" y="3650"/>
                    </a:cubicBezTo>
                    <a:cubicBezTo>
                      <a:pt x="1580" y="3650"/>
                      <a:pt x="629" y="0"/>
                      <a:pt x="121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7"/>
              <p:cNvSpPr/>
              <p:nvPr/>
            </p:nvSpPr>
            <p:spPr>
              <a:xfrm>
                <a:off x="8847375" y="1629100"/>
                <a:ext cx="3877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2049" extrusionOk="0">
                    <a:moveTo>
                      <a:pt x="154" y="0"/>
                    </a:moveTo>
                    <a:cubicBezTo>
                      <a:pt x="93" y="0"/>
                      <a:pt x="41" y="31"/>
                      <a:pt x="0" y="99"/>
                    </a:cubicBezTo>
                    <a:cubicBezTo>
                      <a:pt x="0" y="99"/>
                      <a:pt x="252" y="590"/>
                      <a:pt x="588" y="1205"/>
                    </a:cubicBezTo>
                    <a:cubicBezTo>
                      <a:pt x="653" y="1323"/>
                      <a:pt x="723" y="1447"/>
                      <a:pt x="792" y="1574"/>
                    </a:cubicBezTo>
                    <a:cubicBezTo>
                      <a:pt x="879" y="1731"/>
                      <a:pt x="969" y="1891"/>
                      <a:pt x="1060" y="2048"/>
                    </a:cubicBezTo>
                    <a:cubicBezTo>
                      <a:pt x="1225" y="1958"/>
                      <a:pt x="1388" y="1867"/>
                      <a:pt x="1551" y="1774"/>
                    </a:cubicBezTo>
                    <a:cubicBezTo>
                      <a:pt x="1078" y="927"/>
                      <a:pt x="486" y="0"/>
                      <a:pt x="154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7"/>
              <p:cNvSpPr/>
              <p:nvPr/>
            </p:nvSpPr>
            <p:spPr>
              <a:xfrm>
                <a:off x="8117925" y="1511650"/>
                <a:ext cx="572350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22894" h="9958" extrusionOk="0">
                    <a:moveTo>
                      <a:pt x="22799" y="4655"/>
                    </a:moveTo>
                    <a:cubicBezTo>
                      <a:pt x="22717" y="3775"/>
                      <a:pt x="22111" y="2982"/>
                      <a:pt x="21102" y="2348"/>
                    </a:cubicBezTo>
                    <a:cubicBezTo>
                      <a:pt x="18140" y="489"/>
                      <a:pt x="11692" y="1"/>
                      <a:pt x="4756" y="2735"/>
                    </a:cubicBezTo>
                    <a:cubicBezTo>
                      <a:pt x="4746" y="2738"/>
                      <a:pt x="4735" y="2744"/>
                      <a:pt x="4725" y="2746"/>
                    </a:cubicBezTo>
                    <a:cubicBezTo>
                      <a:pt x="2700" y="3547"/>
                      <a:pt x="1164" y="4503"/>
                      <a:pt x="0" y="5506"/>
                    </a:cubicBezTo>
                    <a:cubicBezTo>
                      <a:pt x="657" y="5941"/>
                      <a:pt x="1335" y="6350"/>
                      <a:pt x="2028" y="6732"/>
                    </a:cubicBezTo>
                    <a:cubicBezTo>
                      <a:pt x="2164" y="6808"/>
                      <a:pt x="2299" y="6880"/>
                      <a:pt x="2436" y="6954"/>
                    </a:cubicBezTo>
                    <a:cubicBezTo>
                      <a:pt x="2660" y="7072"/>
                      <a:pt x="2887" y="7189"/>
                      <a:pt x="3114" y="7302"/>
                    </a:cubicBezTo>
                    <a:cubicBezTo>
                      <a:pt x="3405" y="7446"/>
                      <a:pt x="3697" y="7586"/>
                      <a:pt x="3993" y="7719"/>
                    </a:cubicBezTo>
                    <a:cubicBezTo>
                      <a:pt x="4255" y="7839"/>
                      <a:pt x="4518" y="7954"/>
                      <a:pt x="4784" y="8066"/>
                    </a:cubicBezTo>
                    <a:lnTo>
                      <a:pt x="4909" y="8117"/>
                    </a:lnTo>
                    <a:cubicBezTo>
                      <a:pt x="4958" y="8138"/>
                      <a:pt x="5009" y="8158"/>
                      <a:pt x="5058" y="8179"/>
                    </a:cubicBezTo>
                    <a:cubicBezTo>
                      <a:pt x="5097" y="8194"/>
                      <a:pt x="5136" y="8212"/>
                      <a:pt x="5176" y="8227"/>
                    </a:cubicBezTo>
                    <a:cubicBezTo>
                      <a:pt x="5229" y="8249"/>
                      <a:pt x="5283" y="8270"/>
                      <a:pt x="5339" y="8291"/>
                    </a:cubicBezTo>
                    <a:lnTo>
                      <a:pt x="5443" y="8333"/>
                    </a:lnTo>
                    <a:cubicBezTo>
                      <a:pt x="5638" y="8410"/>
                      <a:pt x="5833" y="8485"/>
                      <a:pt x="6029" y="8556"/>
                    </a:cubicBezTo>
                    <a:lnTo>
                      <a:pt x="6160" y="8603"/>
                    </a:lnTo>
                    <a:cubicBezTo>
                      <a:pt x="6195" y="8616"/>
                      <a:pt x="6230" y="8629"/>
                      <a:pt x="6266" y="8641"/>
                    </a:cubicBezTo>
                    <a:cubicBezTo>
                      <a:pt x="6290" y="8650"/>
                      <a:pt x="6313" y="8657"/>
                      <a:pt x="6336" y="8666"/>
                    </a:cubicBezTo>
                    <a:lnTo>
                      <a:pt x="6440" y="8702"/>
                    </a:lnTo>
                    <a:cubicBezTo>
                      <a:pt x="6450" y="8706"/>
                      <a:pt x="6458" y="8709"/>
                      <a:pt x="6468" y="8710"/>
                    </a:cubicBezTo>
                    <a:cubicBezTo>
                      <a:pt x="6507" y="8724"/>
                      <a:pt x="6543" y="8737"/>
                      <a:pt x="6582" y="8751"/>
                    </a:cubicBezTo>
                    <a:lnTo>
                      <a:pt x="6732" y="8803"/>
                    </a:lnTo>
                    <a:lnTo>
                      <a:pt x="6857" y="8845"/>
                    </a:lnTo>
                    <a:cubicBezTo>
                      <a:pt x="6863" y="8847"/>
                      <a:pt x="6867" y="8848"/>
                      <a:pt x="6871" y="8851"/>
                    </a:cubicBezTo>
                    <a:cubicBezTo>
                      <a:pt x="6916" y="8865"/>
                      <a:pt x="6960" y="8880"/>
                      <a:pt x="7004" y="8894"/>
                    </a:cubicBezTo>
                    <a:cubicBezTo>
                      <a:pt x="7034" y="8904"/>
                      <a:pt x="7065" y="8912"/>
                      <a:pt x="7094" y="8923"/>
                    </a:cubicBezTo>
                    <a:cubicBezTo>
                      <a:pt x="7119" y="8931"/>
                      <a:pt x="7143" y="8938"/>
                      <a:pt x="7168" y="8947"/>
                    </a:cubicBezTo>
                    <a:cubicBezTo>
                      <a:pt x="7237" y="8970"/>
                      <a:pt x="7308" y="8993"/>
                      <a:pt x="7378" y="9014"/>
                    </a:cubicBezTo>
                    <a:cubicBezTo>
                      <a:pt x="7413" y="9025"/>
                      <a:pt x="7446" y="9034"/>
                      <a:pt x="7481" y="9046"/>
                    </a:cubicBezTo>
                    <a:cubicBezTo>
                      <a:pt x="7514" y="9055"/>
                      <a:pt x="7546" y="9066"/>
                      <a:pt x="7578" y="9075"/>
                    </a:cubicBezTo>
                    <a:cubicBezTo>
                      <a:pt x="7681" y="9105"/>
                      <a:pt x="7786" y="9137"/>
                      <a:pt x="7890" y="9167"/>
                    </a:cubicBezTo>
                    <a:cubicBezTo>
                      <a:pt x="7925" y="9178"/>
                      <a:pt x="7957" y="9186"/>
                      <a:pt x="7992" y="9196"/>
                    </a:cubicBezTo>
                    <a:cubicBezTo>
                      <a:pt x="8198" y="9256"/>
                      <a:pt x="8405" y="9313"/>
                      <a:pt x="8611" y="9368"/>
                    </a:cubicBezTo>
                    <a:cubicBezTo>
                      <a:pt x="8656" y="9381"/>
                      <a:pt x="8697" y="9391"/>
                      <a:pt x="8741" y="9402"/>
                    </a:cubicBezTo>
                    <a:cubicBezTo>
                      <a:pt x="8777" y="9412"/>
                      <a:pt x="8813" y="9421"/>
                      <a:pt x="8850" y="9430"/>
                    </a:cubicBezTo>
                    <a:cubicBezTo>
                      <a:pt x="8874" y="9437"/>
                      <a:pt x="8899" y="9442"/>
                      <a:pt x="8923" y="9449"/>
                    </a:cubicBezTo>
                    <a:lnTo>
                      <a:pt x="9236" y="9527"/>
                    </a:lnTo>
                    <a:cubicBezTo>
                      <a:pt x="9271" y="9535"/>
                      <a:pt x="9306" y="9544"/>
                      <a:pt x="9340" y="9551"/>
                    </a:cubicBezTo>
                    <a:cubicBezTo>
                      <a:pt x="9375" y="9561"/>
                      <a:pt x="9410" y="9567"/>
                      <a:pt x="9445" y="9576"/>
                    </a:cubicBezTo>
                    <a:cubicBezTo>
                      <a:pt x="9592" y="9611"/>
                      <a:pt x="9743" y="9644"/>
                      <a:pt x="9892" y="9676"/>
                    </a:cubicBezTo>
                    <a:cubicBezTo>
                      <a:pt x="9918" y="9682"/>
                      <a:pt x="9944" y="9689"/>
                      <a:pt x="9971" y="9694"/>
                    </a:cubicBezTo>
                    <a:cubicBezTo>
                      <a:pt x="10040" y="9709"/>
                      <a:pt x="10111" y="9723"/>
                      <a:pt x="10182" y="9739"/>
                    </a:cubicBezTo>
                    <a:lnTo>
                      <a:pt x="10281" y="9760"/>
                    </a:lnTo>
                    <a:cubicBezTo>
                      <a:pt x="10291" y="9762"/>
                      <a:pt x="10298" y="9764"/>
                      <a:pt x="10306" y="9765"/>
                    </a:cubicBezTo>
                    <a:cubicBezTo>
                      <a:pt x="10335" y="9772"/>
                      <a:pt x="10365" y="9778"/>
                      <a:pt x="10395" y="9783"/>
                    </a:cubicBezTo>
                    <a:cubicBezTo>
                      <a:pt x="10466" y="9797"/>
                      <a:pt x="10539" y="9811"/>
                      <a:pt x="10611" y="9825"/>
                    </a:cubicBezTo>
                    <a:cubicBezTo>
                      <a:pt x="10681" y="9839"/>
                      <a:pt x="10750" y="9850"/>
                      <a:pt x="10820" y="9864"/>
                    </a:cubicBezTo>
                    <a:cubicBezTo>
                      <a:pt x="10877" y="9875"/>
                      <a:pt x="10935" y="9885"/>
                      <a:pt x="10994" y="9896"/>
                    </a:cubicBezTo>
                    <a:cubicBezTo>
                      <a:pt x="11022" y="9902"/>
                      <a:pt x="11047" y="9906"/>
                      <a:pt x="11075" y="9910"/>
                    </a:cubicBezTo>
                    <a:cubicBezTo>
                      <a:pt x="11112" y="9917"/>
                      <a:pt x="11148" y="9922"/>
                      <a:pt x="11186" y="9929"/>
                    </a:cubicBezTo>
                    <a:cubicBezTo>
                      <a:pt x="11242" y="9939"/>
                      <a:pt x="11300" y="9947"/>
                      <a:pt x="11356" y="9957"/>
                    </a:cubicBezTo>
                    <a:lnTo>
                      <a:pt x="11356" y="9957"/>
                    </a:lnTo>
                    <a:cubicBezTo>
                      <a:pt x="14292" y="7413"/>
                      <a:pt x="19101" y="7654"/>
                      <a:pt x="21443" y="6645"/>
                    </a:cubicBezTo>
                    <a:cubicBezTo>
                      <a:pt x="22355" y="6252"/>
                      <a:pt x="22893" y="5668"/>
                      <a:pt x="22799" y="465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7"/>
              <p:cNvSpPr/>
              <p:nvPr/>
            </p:nvSpPr>
            <p:spPr>
              <a:xfrm>
                <a:off x="8217825" y="1609025"/>
                <a:ext cx="34317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13727" h="4171" extrusionOk="0">
                    <a:moveTo>
                      <a:pt x="12343" y="1"/>
                    </a:moveTo>
                    <a:cubicBezTo>
                      <a:pt x="11084" y="1"/>
                      <a:pt x="8761" y="366"/>
                      <a:pt x="6153" y="1159"/>
                    </a:cubicBezTo>
                    <a:cubicBezTo>
                      <a:pt x="5941" y="1223"/>
                      <a:pt x="5726" y="1291"/>
                      <a:pt x="5510" y="1362"/>
                    </a:cubicBezTo>
                    <a:cubicBezTo>
                      <a:pt x="4284" y="1763"/>
                      <a:pt x="3010" y="2256"/>
                      <a:pt x="1766" y="2849"/>
                    </a:cubicBezTo>
                    <a:lnTo>
                      <a:pt x="1646" y="2906"/>
                    </a:lnTo>
                    <a:cubicBezTo>
                      <a:pt x="1454" y="2998"/>
                      <a:pt x="1268" y="3094"/>
                      <a:pt x="1084" y="3191"/>
                    </a:cubicBezTo>
                    <a:cubicBezTo>
                      <a:pt x="707" y="3391"/>
                      <a:pt x="345" y="3603"/>
                      <a:pt x="0" y="3824"/>
                    </a:cubicBezTo>
                    <a:cubicBezTo>
                      <a:pt x="262" y="3943"/>
                      <a:pt x="526" y="4059"/>
                      <a:pt x="792" y="4171"/>
                    </a:cubicBezTo>
                    <a:cubicBezTo>
                      <a:pt x="926" y="4082"/>
                      <a:pt x="1059" y="3995"/>
                      <a:pt x="1197" y="3908"/>
                    </a:cubicBezTo>
                    <a:cubicBezTo>
                      <a:pt x="1378" y="3794"/>
                      <a:pt x="1563" y="3678"/>
                      <a:pt x="1751" y="3565"/>
                    </a:cubicBezTo>
                    <a:lnTo>
                      <a:pt x="1933" y="3455"/>
                    </a:lnTo>
                    <a:cubicBezTo>
                      <a:pt x="3083" y="2773"/>
                      <a:pt x="4475" y="2259"/>
                      <a:pt x="5884" y="1859"/>
                    </a:cubicBezTo>
                    <a:cubicBezTo>
                      <a:pt x="6121" y="1792"/>
                      <a:pt x="6358" y="1728"/>
                      <a:pt x="6594" y="1667"/>
                    </a:cubicBezTo>
                    <a:cubicBezTo>
                      <a:pt x="10224" y="735"/>
                      <a:pt x="13727" y="516"/>
                      <a:pt x="13276" y="156"/>
                    </a:cubicBezTo>
                    <a:cubicBezTo>
                      <a:pt x="13148" y="54"/>
                      <a:pt x="12822" y="1"/>
                      <a:pt x="1234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7"/>
              <p:cNvSpPr/>
              <p:nvPr/>
            </p:nvSpPr>
            <p:spPr>
              <a:xfrm>
                <a:off x="8353025" y="1565300"/>
                <a:ext cx="95950" cy="126125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5045" extrusionOk="0">
                    <a:moveTo>
                      <a:pt x="2913" y="1"/>
                    </a:moveTo>
                    <a:cubicBezTo>
                      <a:pt x="2913" y="1"/>
                      <a:pt x="0" y="2811"/>
                      <a:pt x="73" y="3241"/>
                    </a:cubicBezTo>
                    <a:cubicBezTo>
                      <a:pt x="137" y="3632"/>
                      <a:pt x="3247" y="5044"/>
                      <a:pt x="3762" y="5044"/>
                    </a:cubicBezTo>
                    <a:cubicBezTo>
                      <a:pt x="3812" y="5044"/>
                      <a:pt x="3837" y="5031"/>
                      <a:pt x="3833" y="5003"/>
                    </a:cubicBezTo>
                    <a:cubicBezTo>
                      <a:pt x="3790" y="4680"/>
                      <a:pt x="547" y="3097"/>
                      <a:pt x="547" y="3097"/>
                    </a:cubicBezTo>
                    <a:cubicBezTo>
                      <a:pt x="547" y="3097"/>
                      <a:pt x="3790" y="41"/>
                      <a:pt x="291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7"/>
              <p:cNvSpPr/>
              <p:nvPr/>
            </p:nvSpPr>
            <p:spPr>
              <a:xfrm>
                <a:off x="8237150" y="1606350"/>
                <a:ext cx="106975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4703" extrusionOk="0">
                    <a:moveTo>
                      <a:pt x="2183" y="0"/>
                    </a:moveTo>
                    <a:cubicBezTo>
                      <a:pt x="2167" y="0"/>
                      <a:pt x="2149" y="2"/>
                      <a:pt x="2129" y="6"/>
                    </a:cubicBezTo>
                    <a:cubicBezTo>
                      <a:pt x="2129" y="6"/>
                      <a:pt x="1" y="3448"/>
                      <a:pt x="176" y="3848"/>
                    </a:cubicBezTo>
                    <a:cubicBezTo>
                      <a:pt x="322" y="4179"/>
                      <a:pt x="3101" y="4703"/>
                      <a:pt x="3989" y="4703"/>
                    </a:cubicBezTo>
                    <a:cubicBezTo>
                      <a:pt x="4175" y="4703"/>
                      <a:pt x="4278" y="4680"/>
                      <a:pt x="4257" y="4627"/>
                    </a:cubicBezTo>
                    <a:cubicBezTo>
                      <a:pt x="4134" y="4322"/>
                      <a:pt x="601" y="3594"/>
                      <a:pt x="601" y="3594"/>
                    </a:cubicBezTo>
                    <a:cubicBezTo>
                      <a:pt x="601" y="3594"/>
                      <a:pt x="2881" y="0"/>
                      <a:pt x="218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7"/>
              <p:cNvSpPr/>
              <p:nvPr/>
            </p:nvSpPr>
            <p:spPr>
              <a:xfrm>
                <a:off x="8168675" y="1667200"/>
                <a:ext cx="1177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731" extrusionOk="0">
                    <a:moveTo>
                      <a:pt x="230" y="1"/>
                    </a:moveTo>
                    <a:cubicBezTo>
                      <a:pt x="213" y="1"/>
                      <a:pt x="195" y="3"/>
                      <a:pt x="176" y="7"/>
                    </a:cubicBezTo>
                    <a:cubicBezTo>
                      <a:pt x="176" y="7"/>
                      <a:pt x="107" y="203"/>
                      <a:pt x="1" y="509"/>
                    </a:cubicBezTo>
                    <a:cubicBezTo>
                      <a:pt x="134" y="584"/>
                      <a:pt x="269" y="657"/>
                      <a:pt x="407" y="730"/>
                    </a:cubicBezTo>
                    <a:cubicBezTo>
                      <a:pt x="470" y="300"/>
                      <a:pt x="439" y="1"/>
                      <a:pt x="230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7"/>
              <p:cNvSpPr/>
              <p:nvPr/>
            </p:nvSpPr>
            <p:spPr>
              <a:xfrm>
                <a:off x="8591675" y="500875"/>
                <a:ext cx="411450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16459" extrusionOk="0">
                    <a:moveTo>
                      <a:pt x="16458" y="8229"/>
                    </a:moveTo>
                    <a:cubicBezTo>
                      <a:pt x="16458" y="10411"/>
                      <a:pt x="15591" y="12505"/>
                      <a:pt x="14047" y="14048"/>
                    </a:cubicBezTo>
                    <a:cubicBezTo>
                      <a:pt x="12504" y="15591"/>
                      <a:pt x="10412" y="16459"/>
                      <a:pt x="8228" y="16459"/>
                    </a:cubicBezTo>
                    <a:cubicBezTo>
                      <a:pt x="6046" y="16459"/>
                      <a:pt x="3954" y="15591"/>
                      <a:pt x="2411" y="14048"/>
                    </a:cubicBezTo>
                    <a:cubicBezTo>
                      <a:pt x="867" y="12505"/>
                      <a:pt x="0" y="10411"/>
                      <a:pt x="0" y="8229"/>
                    </a:cubicBezTo>
                    <a:cubicBezTo>
                      <a:pt x="0" y="6047"/>
                      <a:pt x="867" y="3954"/>
                      <a:pt x="2411" y="2410"/>
                    </a:cubicBezTo>
                    <a:cubicBezTo>
                      <a:pt x="3954" y="868"/>
                      <a:pt x="6046" y="1"/>
                      <a:pt x="8228" y="1"/>
                    </a:cubicBezTo>
                    <a:cubicBezTo>
                      <a:pt x="10412" y="1"/>
                      <a:pt x="12504" y="868"/>
                      <a:pt x="14047" y="2410"/>
                    </a:cubicBezTo>
                    <a:cubicBezTo>
                      <a:pt x="15591" y="3954"/>
                      <a:pt x="16458" y="6047"/>
                      <a:pt x="16458" y="822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7"/>
              <p:cNvSpPr/>
              <p:nvPr/>
            </p:nvSpPr>
            <p:spPr>
              <a:xfrm>
                <a:off x="8082925" y="660775"/>
                <a:ext cx="120400" cy="157250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6290" extrusionOk="0">
                    <a:moveTo>
                      <a:pt x="267" y="0"/>
                    </a:moveTo>
                    <a:cubicBezTo>
                      <a:pt x="196" y="0"/>
                      <a:pt x="134" y="22"/>
                      <a:pt x="80" y="71"/>
                    </a:cubicBezTo>
                    <a:cubicBezTo>
                      <a:pt x="25" y="118"/>
                      <a:pt x="0" y="181"/>
                      <a:pt x="0" y="259"/>
                    </a:cubicBezTo>
                    <a:cubicBezTo>
                      <a:pt x="0" y="330"/>
                      <a:pt x="25" y="390"/>
                      <a:pt x="80" y="439"/>
                    </a:cubicBezTo>
                    <a:cubicBezTo>
                      <a:pt x="132" y="486"/>
                      <a:pt x="196" y="509"/>
                      <a:pt x="267" y="509"/>
                    </a:cubicBezTo>
                    <a:lnTo>
                      <a:pt x="267" y="511"/>
                    </a:lnTo>
                    <a:lnTo>
                      <a:pt x="2118" y="511"/>
                    </a:lnTo>
                    <a:lnTo>
                      <a:pt x="2118" y="6021"/>
                    </a:lnTo>
                    <a:cubicBezTo>
                      <a:pt x="2118" y="6092"/>
                      <a:pt x="2146" y="6154"/>
                      <a:pt x="2201" y="6209"/>
                    </a:cubicBezTo>
                    <a:cubicBezTo>
                      <a:pt x="2255" y="6262"/>
                      <a:pt x="2324" y="6289"/>
                      <a:pt x="2408" y="6289"/>
                    </a:cubicBezTo>
                    <a:cubicBezTo>
                      <a:pt x="2484" y="6289"/>
                      <a:pt x="2550" y="6263"/>
                      <a:pt x="2603" y="6209"/>
                    </a:cubicBezTo>
                    <a:cubicBezTo>
                      <a:pt x="2656" y="6154"/>
                      <a:pt x="2684" y="6092"/>
                      <a:pt x="2684" y="6021"/>
                    </a:cubicBezTo>
                    <a:lnTo>
                      <a:pt x="2684" y="511"/>
                    </a:lnTo>
                    <a:lnTo>
                      <a:pt x="4537" y="511"/>
                    </a:lnTo>
                    <a:cubicBezTo>
                      <a:pt x="4615" y="511"/>
                      <a:pt x="4681" y="489"/>
                      <a:pt x="4735" y="444"/>
                    </a:cubicBezTo>
                    <a:cubicBezTo>
                      <a:pt x="4789" y="398"/>
                      <a:pt x="4816" y="337"/>
                      <a:pt x="4816" y="259"/>
                    </a:cubicBezTo>
                    <a:cubicBezTo>
                      <a:pt x="4816" y="182"/>
                      <a:pt x="4789" y="120"/>
                      <a:pt x="4735" y="71"/>
                    </a:cubicBezTo>
                    <a:cubicBezTo>
                      <a:pt x="4681" y="24"/>
                      <a:pt x="4615" y="0"/>
                      <a:pt x="4537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7"/>
              <p:cNvSpPr/>
              <p:nvPr/>
            </p:nvSpPr>
            <p:spPr>
              <a:xfrm>
                <a:off x="8232075" y="660725"/>
                <a:ext cx="14225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569" h="6292" extrusionOk="0">
                    <a:moveTo>
                      <a:pt x="290" y="1"/>
                    </a:moveTo>
                    <a:cubicBezTo>
                      <a:pt x="207" y="1"/>
                      <a:pt x="137" y="26"/>
                      <a:pt x="83" y="80"/>
                    </a:cubicBezTo>
                    <a:cubicBezTo>
                      <a:pt x="27" y="134"/>
                      <a:pt x="1" y="200"/>
                      <a:pt x="1" y="279"/>
                    </a:cubicBezTo>
                    <a:lnTo>
                      <a:pt x="1" y="6013"/>
                    </a:lnTo>
                    <a:cubicBezTo>
                      <a:pt x="1" y="6091"/>
                      <a:pt x="23" y="6156"/>
                      <a:pt x="72" y="6211"/>
                    </a:cubicBezTo>
                    <a:cubicBezTo>
                      <a:pt x="120" y="6264"/>
                      <a:pt x="189" y="6291"/>
                      <a:pt x="279" y="6291"/>
                    </a:cubicBezTo>
                    <a:cubicBezTo>
                      <a:pt x="350" y="6291"/>
                      <a:pt x="415" y="6265"/>
                      <a:pt x="472" y="6211"/>
                    </a:cubicBezTo>
                    <a:cubicBezTo>
                      <a:pt x="528" y="6156"/>
                      <a:pt x="562" y="6091"/>
                      <a:pt x="566" y="6013"/>
                    </a:cubicBezTo>
                    <a:lnTo>
                      <a:pt x="568" y="6013"/>
                    </a:lnTo>
                    <a:lnTo>
                      <a:pt x="568" y="279"/>
                    </a:lnTo>
                    <a:cubicBezTo>
                      <a:pt x="568" y="200"/>
                      <a:pt x="541" y="134"/>
                      <a:pt x="482" y="80"/>
                    </a:cubicBezTo>
                    <a:cubicBezTo>
                      <a:pt x="425" y="26"/>
                      <a:pt x="361" y="1"/>
                      <a:pt x="290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7"/>
              <p:cNvSpPr/>
              <p:nvPr/>
            </p:nvSpPr>
            <p:spPr>
              <a:xfrm>
                <a:off x="8288275" y="660675"/>
                <a:ext cx="143575" cy="157375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6295" extrusionOk="0">
                    <a:moveTo>
                      <a:pt x="5447" y="0"/>
                    </a:moveTo>
                    <a:cubicBezTo>
                      <a:pt x="5365" y="0"/>
                      <a:pt x="5296" y="39"/>
                      <a:pt x="5239" y="118"/>
                    </a:cubicBezTo>
                    <a:lnTo>
                      <a:pt x="2868" y="3653"/>
                    </a:lnTo>
                    <a:lnTo>
                      <a:pt x="513" y="118"/>
                    </a:lnTo>
                    <a:cubicBezTo>
                      <a:pt x="480" y="82"/>
                      <a:pt x="444" y="54"/>
                      <a:pt x="398" y="33"/>
                    </a:cubicBezTo>
                    <a:cubicBezTo>
                      <a:pt x="354" y="12"/>
                      <a:pt x="311" y="3"/>
                      <a:pt x="269" y="3"/>
                    </a:cubicBezTo>
                    <a:cubicBezTo>
                      <a:pt x="190" y="3"/>
                      <a:pt x="126" y="31"/>
                      <a:pt x="77" y="89"/>
                    </a:cubicBezTo>
                    <a:cubicBezTo>
                      <a:pt x="27" y="146"/>
                      <a:pt x="0" y="207"/>
                      <a:pt x="0" y="273"/>
                    </a:cubicBezTo>
                    <a:lnTo>
                      <a:pt x="0" y="6026"/>
                    </a:lnTo>
                    <a:cubicBezTo>
                      <a:pt x="0" y="6097"/>
                      <a:pt x="23" y="6160"/>
                      <a:pt x="71" y="6214"/>
                    </a:cubicBezTo>
                    <a:cubicBezTo>
                      <a:pt x="119" y="6267"/>
                      <a:pt x="181" y="6295"/>
                      <a:pt x="259" y="6295"/>
                    </a:cubicBezTo>
                    <a:cubicBezTo>
                      <a:pt x="337" y="6295"/>
                      <a:pt x="403" y="6268"/>
                      <a:pt x="453" y="6214"/>
                    </a:cubicBezTo>
                    <a:cubicBezTo>
                      <a:pt x="503" y="6160"/>
                      <a:pt x="529" y="6097"/>
                      <a:pt x="529" y="6026"/>
                    </a:cubicBezTo>
                    <a:lnTo>
                      <a:pt x="529" y="1065"/>
                    </a:lnTo>
                    <a:lnTo>
                      <a:pt x="2642" y="4282"/>
                    </a:lnTo>
                    <a:cubicBezTo>
                      <a:pt x="2664" y="4319"/>
                      <a:pt x="2696" y="4346"/>
                      <a:pt x="2735" y="4367"/>
                    </a:cubicBezTo>
                    <a:cubicBezTo>
                      <a:pt x="2775" y="4388"/>
                      <a:pt x="2816" y="4398"/>
                      <a:pt x="2858" y="4398"/>
                    </a:cubicBezTo>
                    <a:cubicBezTo>
                      <a:pt x="2898" y="4398"/>
                      <a:pt x="2940" y="4388"/>
                      <a:pt x="2979" y="4367"/>
                    </a:cubicBezTo>
                    <a:cubicBezTo>
                      <a:pt x="3016" y="4346"/>
                      <a:pt x="3047" y="4319"/>
                      <a:pt x="3064" y="4282"/>
                    </a:cubicBezTo>
                    <a:lnTo>
                      <a:pt x="5176" y="1084"/>
                    </a:lnTo>
                    <a:lnTo>
                      <a:pt x="5176" y="6025"/>
                    </a:lnTo>
                    <a:cubicBezTo>
                      <a:pt x="5176" y="6096"/>
                      <a:pt x="5204" y="6158"/>
                      <a:pt x="5258" y="6213"/>
                    </a:cubicBezTo>
                    <a:cubicBezTo>
                      <a:pt x="5311" y="6266"/>
                      <a:pt x="5378" y="6292"/>
                      <a:pt x="5456" y="6292"/>
                    </a:cubicBezTo>
                    <a:cubicBezTo>
                      <a:pt x="5533" y="6292"/>
                      <a:pt x="5601" y="6267"/>
                      <a:pt x="5658" y="6213"/>
                    </a:cubicBezTo>
                    <a:cubicBezTo>
                      <a:pt x="5715" y="6158"/>
                      <a:pt x="5743" y="6096"/>
                      <a:pt x="5743" y="6025"/>
                    </a:cubicBezTo>
                    <a:lnTo>
                      <a:pt x="5743" y="271"/>
                    </a:lnTo>
                    <a:cubicBezTo>
                      <a:pt x="5743" y="193"/>
                      <a:pt x="5718" y="129"/>
                      <a:pt x="5666" y="79"/>
                    </a:cubicBezTo>
                    <a:cubicBezTo>
                      <a:pt x="5616" y="28"/>
                      <a:pt x="5553" y="3"/>
                      <a:pt x="5482" y="3"/>
                    </a:cubicBezTo>
                    <a:cubicBezTo>
                      <a:pt x="5470" y="1"/>
                      <a:pt x="5458" y="0"/>
                      <a:pt x="5447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7"/>
              <p:cNvSpPr/>
              <p:nvPr/>
            </p:nvSpPr>
            <p:spPr>
              <a:xfrm>
                <a:off x="8473900" y="660725"/>
                <a:ext cx="96025" cy="157150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6286" extrusionOk="0">
                    <a:moveTo>
                      <a:pt x="269" y="1"/>
                    </a:moveTo>
                    <a:cubicBezTo>
                      <a:pt x="190" y="1"/>
                      <a:pt x="126" y="26"/>
                      <a:pt x="77" y="76"/>
                    </a:cubicBezTo>
                    <a:cubicBezTo>
                      <a:pt x="27" y="130"/>
                      <a:pt x="0" y="193"/>
                      <a:pt x="0" y="264"/>
                    </a:cubicBezTo>
                    <a:lnTo>
                      <a:pt x="0" y="6017"/>
                    </a:lnTo>
                    <a:cubicBezTo>
                      <a:pt x="0" y="6088"/>
                      <a:pt x="27" y="6151"/>
                      <a:pt x="77" y="6205"/>
                    </a:cubicBezTo>
                    <a:cubicBezTo>
                      <a:pt x="127" y="6258"/>
                      <a:pt x="192" y="6286"/>
                      <a:pt x="270" y="6286"/>
                    </a:cubicBezTo>
                    <a:lnTo>
                      <a:pt x="3560" y="6286"/>
                    </a:lnTo>
                    <a:cubicBezTo>
                      <a:pt x="3638" y="6286"/>
                      <a:pt x="3704" y="6262"/>
                      <a:pt x="3758" y="6214"/>
                    </a:cubicBezTo>
                    <a:cubicBezTo>
                      <a:pt x="3814" y="6168"/>
                      <a:pt x="3840" y="6105"/>
                      <a:pt x="3840" y="6026"/>
                    </a:cubicBezTo>
                    <a:cubicBezTo>
                      <a:pt x="3840" y="5953"/>
                      <a:pt x="3812" y="5891"/>
                      <a:pt x="3758" y="5836"/>
                    </a:cubicBezTo>
                    <a:cubicBezTo>
                      <a:pt x="3704" y="5785"/>
                      <a:pt x="3638" y="5757"/>
                      <a:pt x="3560" y="5757"/>
                    </a:cubicBezTo>
                    <a:lnTo>
                      <a:pt x="568" y="5757"/>
                    </a:lnTo>
                    <a:lnTo>
                      <a:pt x="568" y="3312"/>
                    </a:lnTo>
                    <a:lnTo>
                      <a:pt x="3154" y="3312"/>
                    </a:lnTo>
                    <a:cubicBezTo>
                      <a:pt x="3233" y="3312"/>
                      <a:pt x="3299" y="3289"/>
                      <a:pt x="3353" y="3241"/>
                    </a:cubicBezTo>
                    <a:cubicBezTo>
                      <a:pt x="3409" y="3193"/>
                      <a:pt x="3435" y="3131"/>
                      <a:pt x="3435" y="3053"/>
                    </a:cubicBezTo>
                    <a:cubicBezTo>
                      <a:pt x="3435" y="2982"/>
                      <a:pt x="3407" y="2919"/>
                      <a:pt x="3353" y="2865"/>
                    </a:cubicBezTo>
                    <a:cubicBezTo>
                      <a:pt x="3299" y="2813"/>
                      <a:pt x="3233" y="2786"/>
                      <a:pt x="3154" y="2786"/>
                    </a:cubicBezTo>
                    <a:lnTo>
                      <a:pt x="565" y="2786"/>
                    </a:lnTo>
                    <a:lnTo>
                      <a:pt x="565" y="528"/>
                    </a:lnTo>
                    <a:lnTo>
                      <a:pt x="3558" y="528"/>
                    </a:lnTo>
                    <a:cubicBezTo>
                      <a:pt x="3637" y="528"/>
                      <a:pt x="3702" y="506"/>
                      <a:pt x="3757" y="457"/>
                    </a:cubicBezTo>
                    <a:cubicBezTo>
                      <a:pt x="3812" y="410"/>
                      <a:pt x="3839" y="349"/>
                      <a:pt x="3839" y="269"/>
                    </a:cubicBezTo>
                    <a:cubicBezTo>
                      <a:pt x="3839" y="191"/>
                      <a:pt x="3811" y="127"/>
                      <a:pt x="3757" y="77"/>
                    </a:cubicBezTo>
                    <a:cubicBezTo>
                      <a:pt x="3702" y="26"/>
                      <a:pt x="3637" y="1"/>
                      <a:pt x="355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7"/>
              <p:cNvSpPr/>
              <p:nvPr/>
            </p:nvSpPr>
            <p:spPr>
              <a:xfrm>
                <a:off x="8066600" y="901950"/>
                <a:ext cx="173900" cy="222550"/>
              </a:xfrm>
              <a:custGeom>
                <a:avLst/>
                <a:gdLst/>
                <a:ahLst/>
                <a:cxnLst/>
                <a:rect l="l" t="t" r="r" b="b"/>
                <a:pathLst>
                  <a:path w="6956" h="8902" extrusionOk="0">
                    <a:moveTo>
                      <a:pt x="522" y="1"/>
                    </a:moveTo>
                    <a:cubicBezTo>
                      <a:pt x="378" y="1"/>
                      <a:pt x="254" y="47"/>
                      <a:pt x="154" y="136"/>
                    </a:cubicBezTo>
                    <a:cubicBezTo>
                      <a:pt x="51" y="223"/>
                      <a:pt x="0" y="340"/>
                      <a:pt x="0" y="485"/>
                    </a:cubicBezTo>
                    <a:cubicBezTo>
                      <a:pt x="0" y="630"/>
                      <a:pt x="52" y="747"/>
                      <a:pt x="154" y="841"/>
                    </a:cubicBezTo>
                    <a:cubicBezTo>
                      <a:pt x="257" y="933"/>
                      <a:pt x="378" y="981"/>
                      <a:pt x="522" y="981"/>
                    </a:cubicBezTo>
                    <a:lnTo>
                      <a:pt x="2938" y="981"/>
                    </a:lnTo>
                    <a:lnTo>
                      <a:pt x="2938" y="8379"/>
                    </a:lnTo>
                    <a:cubicBezTo>
                      <a:pt x="2938" y="8524"/>
                      <a:pt x="2987" y="8648"/>
                      <a:pt x="3085" y="8748"/>
                    </a:cubicBezTo>
                    <a:cubicBezTo>
                      <a:pt x="3182" y="8851"/>
                      <a:pt x="3311" y="8901"/>
                      <a:pt x="3473" y="8901"/>
                    </a:cubicBezTo>
                    <a:cubicBezTo>
                      <a:pt x="3633" y="8901"/>
                      <a:pt x="3765" y="8850"/>
                      <a:pt x="3865" y="8748"/>
                    </a:cubicBezTo>
                    <a:cubicBezTo>
                      <a:pt x="3968" y="8646"/>
                      <a:pt x="4018" y="8524"/>
                      <a:pt x="4018" y="8379"/>
                    </a:cubicBezTo>
                    <a:lnTo>
                      <a:pt x="4018" y="981"/>
                    </a:lnTo>
                    <a:lnTo>
                      <a:pt x="6433" y="981"/>
                    </a:lnTo>
                    <a:cubicBezTo>
                      <a:pt x="6578" y="981"/>
                      <a:pt x="6702" y="936"/>
                      <a:pt x="6802" y="847"/>
                    </a:cubicBezTo>
                    <a:cubicBezTo>
                      <a:pt x="6905" y="758"/>
                      <a:pt x="6955" y="641"/>
                      <a:pt x="6955" y="498"/>
                    </a:cubicBezTo>
                    <a:cubicBezTo>
                      <a:pt x="6955" y="353"/>
                      <a:pt x="6904" y="235"/>
                      <a:pt x="6802" y="140"/>
                    </a:cubicBezTo>
                    <a:cubicBezTo>
                      <a:pt x="6699" y="48"/>
                      <a:pt x="6578" y="1"/>
                      <a:pt x="643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7"/>
              <p:cNvSpPr/>
              <p:nvPr/>
            </p:nvSpPr>
            <p:spPr>
              <a:xfrm>
                <a:off x="8255075" y="956025"/>
                <a:ext cx="9885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6739" extrusionOk="0">
                    <a:moveTo>
                      <a:pt x="3204" y="1"/>
                    </a:moveTo>
                    <a:cubicBezTo>
                      <a:pt x="2891" y="1"/>
                      <a:pt x="2602" y="58"/>
                      <a:pt x="2339" y="173"/>
                    </a:cubicBezTo>
                    <a:cubicBezTo>
                      <a:pt x="2077" y="286"/>
                      <a:pt x="1843" y="445"/>
                      <a:pt x="1640" y="642"/>
                    </a:cubicBezTo>
                    <a:cubicBezTo>
                      <a:pt x="1437" y="841"/>
                      <a:pt x="1267" y="1065"/>
                      <a:pt x="1138" y="1316"/>
                    </a:cubicBezTo>
                    <a:cubicBezTo>
                      <a:pt x="1093" y="1402"/>
                      <a:pt x="1052" y="1489"/>
                      <a:pt x="1017" y="1576"/>
                    </a:cubicBezTo>
                    <a:lnTo>
                      <a:pt x="1017" y="1576"/>
                    </a:lnTo>
                    <a:lnTo>
                      <a:pt x="1017" y="687"/>
                    </a:lnTo>
                    <a:cubicBezTo>
                      <a:pt x="1017" y="534"/>
                      <a:pt x="972" y="408"/>
                      <a:pt x="877" y="311"/>
                    </a:cubicBezTo>
                    <a:cubicBezTo>
                      <a:pt x="784" y="214"/>
                      <a:pt x="662" y="165"/>
                      <a:pt x="509" y="165"/>
                    </a:cubicBezTo>
                    <a:cubicBezTo>
                      <a:pt x="365" y="165"/>
                      <a:pt x="244" y="214"/>
                      <a:pt x="147" y="311"/>
                    </a:cubicBezTo>
                    <a:cubicBezTo>
                      <a:pt x="49" y="408"/>
                      <a:pt x="1" y="532"/>
                      <a:pt x="1" y="687"/>
                    </a:cubicBezTo>
                    <a:lnTo>
                      <a:pt x="1" y="6216"/>
                    </a:lnTo>
                    <a:cubicBezTo>
                      <a:pt x="1" y="6361"/>
                      <a:pt x="49" y="6485"/>
                      <a:pt x="147" y="6585"/>
                    </a:cubicBezTo>
                    <a:cubicBezTo>
                      <a:pt x="244" y="6688"/>
                      <a:pt x="365" y="6738"/>
                      <a:pt x="509" y="6738"/>
                    </a:cubicBezTo>
                    <a:cubicBezTo>
                      <a:pt x="653" y="6738"/>
                      <a:pt x="773" y="6687"/>
                      <a:pt x="870" y="6585"/>
                    </a:cubicBezTo>
                    <a:cubicBezTo>
                      <a:pt x="968" y="6482"/>
                      <a:pt x="1017" y="6361"/>
                      <a:pt x="1017" y="6216"/>
                    </a:cubicBezTo>
                    <a:lnTo>
                      <a:pt x="1017" y="3126"/>
                    </a:lnTo>
                    <a:cubicBezTo>
                      <a:pt x="1017" y="2822"/>
                      <a:pt x="1069" y="2535"/>
                      <a:pt x="1175" y="2269"/>
                    </a:cubicBezTo>
                    <a:cubicBezTo>
                      <a:pt x="1281" y="2003"/>
                      <a:pt x="1420" y="1764"/>
                      <a:pt x="1594" y="1558"/>
                    </a:cubicBezTo>
                    <a:cubicBezTo>
                      <a:pt x="1768" y="1351"/>
                      <a:pt x="1960" y="1186"/>
                      <a:pt x="2168" y="1068"/>
                    </a:cubicBezTo>
                    <a:cubicBezTo>
                      <a:pt x="2376" y="950"/>
                      <a:pt x="2585" y="891"/>
                      <a:pt x="2797" y="891"/>
                    </a:cubicBezTo>
                    <a:cubicBezTo>
                      <a:pt x="2948" y="891"/>
                      <a:pt x="3076" y="918"/>
                      <a:pt x="3178" y="968"/>
                    </a:cubicBezTo>
                    <a:cubicBezTo>
                      <a:pt x="3281" y="1018"/>
                      <a:pt x="3387" y="1044"/>
                      <a:pt x="3497" y="1044"/>
                    </a:cubicBezTo>
                    <a:cubicBezTo>
                      <a:pt x="3615" y="1044"/>
                      <a:pt x="3721" y="998"/>
                      <a:pt x="3814" y="911"/>
                    </a:cubicBezTo>
                    <a:cubicBezTo>
                      <a:pt x="3907" y="822"/>
                      <a:pt x="3953" y="688"/>
                      <a:pt x="3953" y="510"/>
                    </a:cubicBezTo>
                    <a:cubicBezTo>
                      <a:pt x="3953" y="349"/>
                      <a:pt x="3875" y="223"/>
                      <a:pt x="3719" y="134"/>
                    </a:cubicBezTo>
                    <a:cubicBezTo>
                      <a:pt x="3562" y="45"/>
                      <a:pt x="3390" y="1"/>
                      <a:pt x="320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7"/>
              <p:cNvSpPr/>
              <p:nvPr/>
            </p:nvSpPr>
            <p:spPr>
              <a:xfrm>
                <a:off x="8368225" y="956025"/>
                <a:ext cx="157025" cy="171600"/>
              </a:xfrm>
              <a:custGeom>
                <a:avLst/>
                <a:gdLst/>
                <a:ahLst/>
                <a:cxnLst/>
                <a:rect l="l" t="t" r="r" b="b"/>
                <a:pathLst>
                  <a:path w="6281" h="6864" extrusionOk="0">
                    <a:moveTo>
                      <a:pt x="3154" y="941"/>
                    </a:moveTo>
                    <a:cubicBezTo>
                      <a:pt x="3579" y="941"/>
                      <a:pt x="3953" y="1051"/>
                      <a:pt x="4280" y="1273"/>
                    </a:cubicBezTo>
                    <a:cubicBezTo>
                      <a:pt x="4605" y="1493"/>
                      <a:pt x="4859" y="1790"/>
                      <a:pt x="5042" y="2163"/>
                    </a:cubicBezTo>
                    <a:cubicBezTo>
                      <a:pt x="5224" y="2535"/>
                      <a:pt x="5314" y="2954"/>
                      <a:pt x="5314" y="3420"/>
                    </a:cubicBezTo>
                    <a:cubicBezTo>
                      <a:pt x="5314" y="3895"/>
                      <a:pt x="5224" y="4321"/>
                      <a:pt x="5042" y="4698"/>
                    </a:cubicBezTo>
                    <a:cubicBezTo>
                      <a:pt x="4861" y="5075"/>
                      <a:pt x="4605" y="5373"/>
                      <a:pt x="4280" y="5594"/>
                    </a:cubicBezTo>
                    <a:cubicBezTo>
                      <a:pt x="3953" y="5814"/>
                      <a:pt x="3579" y="5924"/>
                      <a:pt x="3154" y="5924"/>
                    </a:cubicBezTo>
                    <a:cubicBezTo>
                      <a:pt x="2738" y="5924"/>
                      <a:pt x="2368" y="5815"/>
                      <a:pt x="2042" y="5594"/>
                    </a:cubicBezTo>
                    <a:cubicBezTo>
                      <a:pt x="1717" y="5374"/>
                      <a:pt x="1459" y="5075"/>
                      <a:pt x="1274" y="4698"/>
                    </a:cubicBezTo>
                    <a:cubicBezTo>
                      <a:pt x="1088" y="4322"/>
                      <a:pt x="993" y="3896"/>
                      <a:pt x="993" y="3420"/>
                    </a:cubicBezTo>
                    <a:cubicBezTo>
                      <a:pt x="993" y="2946"/>
                      <a:pt x="1088" y="2521"/>
                      <a:pt x="1274" y="2149"/>
                    </a:cubicBezTo>
                    <a:cubicBezTo>
                      <a:pt x="1459" y="1776"/>
                      <a:pt x="1715" y="1481"/>
                      <a:pt x="2042" y="1266"/>
                    </a:cubicBezTo>
                    <a:cubicBezTo>
                      <a:pt x="2368" y="1050"/>
                      <a:pt x="2738" y="941"/>
                      <a:pt x="3154" y="941"/>
                    </a:cubicBezTo>
                    <a:close/>
                    <a:moveTo>
                      <a:pt x="3014" y="1"/>
                    </a:moveTo>
                    <a:cubicBezTo>
                      <a:pt x="2453" y="1"/>
                      <a:pt x="1945" y="147"/>
                      <a:pt x="1487" y="439"/>
                    </a:cubicBezTo>
                    <a:cubicBezTo>
                      <a:pt x="1030" y="731"/>
                      <a:pt x="666" y="1133"/>
                      <a:pt x="400" y="1647"/>
                    </a:cubicBezTo>
                    <a:cubicBezTo>
                      <a:pt x="134" y="2158"/>
                      <a:pt x="1" y="2749"/>
                      <a:pt x="1" y="3419"/>
                    </a:cubicBezTo>
                    <a:cubicBezTo>
                      <a:pt x="1" y="4080"/>
                      <a:pt x="134" y="4670"/>
                      <a:pt x="400" y="5186"/>
                    </a:cubicBezTo>
                    <a:cubicBezTo>
                      <a:pt x="669" y="5704"/>
                      <a:pt x="1030" y="6112"/>
                      <a:pt x="1487" y="6414"/>
                    </a:cubicBezTo>
                    <a:cubicBezTo>
                      <a:pt x="1945" y="6714"/>
                      <a:pt x="2467" y="6863"/>
                      <a:pt x="3051" y="6863"/>
                    </a:cubicBezTo>
                    <a:cubicBezTo>
                      <a:pt x="3391" y="6863"/>
                      <a:pt x="3711" y="6803"/>
                      <a:pt x="4012" y="6680"/>
                    </a:cubicBezTo>
                    <a:cubicBezTo>
                      <a:pt x="4311" y="6557"/>
                      <a:pt x="4573" y="6401"/>
                      <a:pt x="4792" y="6209"/>
                    </a:cubicBezTo>
                    <a:cubicBezTo>
                      <a:pt x="4986" y="6043"/>
                      <a:pt x="5143" y="5866"/>
                      <a:pt x="5264" y="5681"/>
                    </a:cubicBezTo>
                    <a:lnTo>
                      <a:pt x="5264" y="5681"/>
                    </a:lnTo>
                    <a:lnTo>
                      <a:pt x="5264" y="6216"/>
                    </a:lnTo>
                    <a:cubicBezTo>
                      <a:pt x="5264" y="6361"/>
                      <a:pt x="5310" y="6485"/>
                      <a:pt x="5403" y="6585"/>
                    </a:cubicBezTo>
                    <a:cubicBezTo>
                      <a:pt x="5498" y="6688"/>
                      <a:pt x="5619" y="6738"/>
                      <a:pt x="5772" y="6738"/>
                    </a:cubicBezTo>
                    <a:cubicBezTo>
                      <a:pt x="5917" y="6738"/>
                      <a:pt x="6037" y="6687"/>
                      <a:pt x="6134" y="6585"/>
                    </a:cubicBezTo>
                    <a:cubicBezTo>
                      <a:pt x="6231" y="6483"/>
                      <a:pt x="6280" y="6361"/>
                      <a:pt x="6280" y="6216"/>
                    </a:cubicBezTo>
                    <a:lnTo>
                      <a:pt x="6280" y="610"/>
                    </a:lnTo>
                    <a:cubicBezTo>
                      <a:pt x="6280" y="465"/>
                      <a:pt x="6236" y="346"/>
                      <a:pt x="6141" y="248"/>
                    </a:cubicBezTo>
                    <a:cubicBezTo>
                      <a:pt x="6048" y="151"/>
                      <a:pt x="5925" y="102"/>
                      <a:pt x="5772" y="102"/>
                    </a:cubicBezTo>
                    <a:cubicBezTo>
                      <a:pt x="5619" y="102"/>
                      <a:pt x="5498" y="149"/>
                      <a:pt x="5402" y="248"/>
                    </a:cubicBezTo>
                    <a:cubicBezTo>
                      <a:pt x="5310" y="346"/>
                      <a:pt x="5263" y="465"/>
                      <a:pt x="5263" y="610"/>
                    </a:cubicBezTo>
                    <a:lnTo>
                      <a:pt x="5263" y="1117"/>
                    </a:lnTo>
                    <a:lnTo>
                      <a:pt x="5263" y="1117"/>
                    </a:lnTo>
                    <a:cubicBezTo>
                      <a:pt x="5150" y="955"/>
                      <a:pt x="5013" y="803"/>
                      <a:pt x="4851" y="662"/>
                    </a:cubicBezTo>
                    <a:cubicBezTo>
                      <a:pt x="4617" y="458"/>
                      <a:pt x="4344" y="297"/>
                      <a:pt x="4031" y="179"/>
                    </a:cubicBezTo>
                    <a:cubicBezTo>
                      <a:pt x="3717" y="60"/>
                      <a:pt x="3377" y="1"/>
                      <a:pt x="301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7"/>
              <p:cNvSpPr/>
              <p:nvPr/>
            </p:nvSpPr>
            <p:spPr>
              <a:xfrm>
                <a:off x="8555725" y="957275"/>
                <a:ext cx="150050" cy="167325"/>
              </a:xfrm>
              <a:custGeom>
                <a:avLst/>
                <a:gdLst/>
                <a:ahLst/>
                <a:cxnLst/>
                <a:rect l="l" t="t" r="r" b="b"/>
                <a:pathLst>
                  <a:path w="6002" h="6693" extrusionOk="0">
                    <a:moveTo>
                      <a:pt x="5508" y="0"/>
                    </a:moveTo>
                    <a:cubicBezTo>
                      <a:pt x="5291" y="0"/>
                      <a:pt x="5139" y="110"/>
                      <a:pt x="5049" y="332"/>
                    </a:cubicBezTo>
                    <a:lnTo>
                      <a:pt x="3035" y="5089"/>
                    </a:lnTo>
                    <a:lnTo>
                      <a:pt x="1006" y="332"/>
                    </a:lnTo>
                    <a:cubicBezTo>
                      <a:pt x="962" y="222"/>
                      <a:pt x="896" y="140"/>
                      <a:pt x="802" y="84"/>
                    </a:cubicBezTo>
                    <a:cubicBezTo>
                      <a:pt x="708" y="29"/>
                      <a:pt x="610" y="1"/>
                      <a:pt x="510" y="1"/>
                    </a:cubicBezTo>
                    <a:cubicBezTo>
                      <a:pt x="347" y="1"/>
                      <a:pt x="225" y="52"/>
                      <a:pt x="136" y="152"/>
                    </a:cubicBezTo>
                    <a:cubicBezTo>
                      <a:pt x="47" y="255"/>
                      <a:pt x="1" y="361"/>
                      <a:pt x="1" y="471"/>
                    </a:cubicBezTo>
                    <a:cubicBezTo>
                      <a:pt x="1" y="521"/>
                      <a:pt x="8" y="570"/>
                      <a:pt x="20" y="617"/>
                    </a:cubicBezTo>
                    <a:cubicBezTo>
                      <a:pt x="33" y="665"/>
                      <a:pt x="43" y="699"/>
                      <a:pt x="52" y="724"/>
                    </a:cubicBezTo>
                    <a:lnTo>
                      <a:pt x="2505" y="6357"/>
                    </a:lnTo>
                    <a:cubicBezTo>
                      <a:pt x="2555" y="6475"/>
                      <a:pt x="2630" y="6563"/>
                      <a:pt x="2727" y="6623"/>
                    </a:cubicBezTo>
                    <a:cubicBezTo>
                      <a:pt x="2802" y="6670"/>
                      <a:pt x="2881" y="6693"/>
                      <a:pt x="2964" y="6693"/>
                    </a:cubicBezTo>
                    <a:cubicBezTo>
                      <a:pt x="2988" y="6693"/>
                      <a:pt x="3014" y="6691"/>
                      <a:pt x="3039" y="6687"/>
                    </a:cubicBezTo>
                    <a:cubicBezTo>
                      <a:pt x="3242" y="6678"/>
                      <a:pt x="3390" y="6568"/>
                      <a:pt x="3484" y="6357"/>
                    </a:cubicBezTo>
                    <a:lnTo>
                      <a:pt x="5937" y="724"/>
                    </a:lnTo>
                    <a:cubicBezTo>
                      <a:pt x="5955" y="683"/>
                      <a:pt x="5970" y="639"/>
                      <a:pt x="5983" y="598"/>
                    </a:cubicBezTo>
                    <a:cubicBezTo>
                      <a:pt x="5995" y="556"/>
                      <a:pt x="6002" y="509"/>
                      <a:pt x="6002" y="459"/>
                    </a:cubicBezTo>
                    <a:cubicBezTo>
                      <a:pt x="6002" y="324"/>
                      <a:pt x="5956" y="214"/>
                      <a:pt x="5863" y="129"/>
                    </a:cubicBezTo>
                    <a:cubicBezTo>
                      <a:pt x="5768" y="42"/>
                      <a:pt x="5658" y="1"/>
                      <a:pt x="5532" y="1"/>
                    </a:cubicBezTo>
                    <a:cubicBezTo>
                      <a:pt x="5523" y="0"/>
                      <a:pt x="5515" y="0"/>
                      <a:pt x="5508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7"/>
              <p:cNvSpPr/>
              <p:nvPr/>
            </p:nvSpPr>
            <p:spPr>
              <a:xfrm>
                <a:off x="8728025" y="956025"/>
                <a:ext cx="153200" cy="171625"/>
              </a:xfrm>
              <a:custGeom>
                <a:avLst/>
                <a:gdLst/>
                <a:ahLst/>
                <a:cxnLst/>
                <a:rect l="l" t="t" r="r" b="b"/>
                <a:pathLst>
                  <a:path w="6128" h="6865" extrusionOk="0">
                    <a:moveTo>
                      <a:pt x="3074" y="954"/>
                    </a:moveTo>
                    <a:cubicBezTo>
                      <a:pt x="3387" y="954"/>
                      <a:pt x="3686" y="1022"/>
                      <a:pt x="3970" y="1157"/>
                    </a:cubicBezTo>
                    <a:cubicBezTo>
                      <a:pt x="4255" y="1291"/>
                      <a:pt x="4496" y="1484"/>
                      <a:pt x="4695" y="1735"/>
                    </a:cubicBezTo>
                    <a:cubicBezTo>
                      <a:pt x="4894" y="1985"/>
                      <a:pt x="5011" y="2283"/>
                      <a:pt x="5046" y="2631"/>
                    </a:cubicBezTo>
                    <a:lnTo>
                      <a:pt x="5046" y="2734"/>
                    </a:lnTo>
                    <a:lnTo>
                      <a:pt x="1046" y="2734"/>
                    </a:lnTo>
                    <a:cubicBezTo>
                      <a:pt x="1075" y="2573"/>
                      <a:pt x="1115" y="2424"/>
                      <a:pt x="1167" y="2287"/>
                    </a:cubicBezTo>
                    <a:cubicBezTo>
                      <a:pt x="1285" y="1974"/>
                      <a:pt x="1444" y="1719"/>
                      <a:pt x="1644" y="1525"/>
                    </a:cubicBezTo>
                    <a:cubicBezTo>
                      <a:pt x="1842" y="1330"/>
                      <a:pt x="2067" y="1186"/>
                      <a:pt x="2318" y="1093"/>
                    </a:cubicBezTo>
                    <a:cubicBezTo>
                      <a:pt x="2569" y="1001"/>
                      <a:pt x="2820" y="954"/>
                      <a:pt x="3074" y="954"/>
                    </a:cubicBezTo>
                    <a:close/>
                    <a:moveTo>
                      <a:pt x="3078" y="1"/>
                    </a:moveTo>
                    <a:cubicBezTo>
                      <a:pt x="2553" y="1"/>
                      <a:pt x="2054" y="140"/>
                      <a:pt x="1583" y="414"/>
                    </a:cubicBezTo>
                    <a:cubicBezTo>
                      <a:pt x="1113" y="689"/>
                      <a:pt x="731" y="1088"/>
                      <a:pt x="439" y="1609"/>
                    </a:cubicBezTo>
                    <a:cubicBezTo>
                      <a:pt x="147" y="2130"/>
                      <a:pt x="1" y="2759"/>
                      <a:pt x="1" y="3497"/>
                    </a:cubicBezTo>
                    <a:cubicBezTo>
                      <a:pt x="1" y="4158"/>
                      <a:pt x="143" y="4741"/>
                      <a:pt x="427" y="5246"/>
                    </a:cubicBezTo>
                    <a:cubicBezTo>
                      <a:pt x="711" y="5750"/>
                      <a:pt x="1107" y="6145"/>
                      <a:pt x="1615" y="6433"/>
                    </a:cubicBezTo>
                    <a:cubicBezTo>
                      <a:pt x="2123" y="6721"/>
                      <a:pt x="2716" y="6865"/>
                      <a:pt x="3395" y="6865"/>
                    </a:cubicBezTo>
                    <a:cubicBezTo>
                      <a:pt x="3852" y="6865"/>
                      <a:pt x="4287" y="6765"/>
                      <a:pt x="4692" y="6570"/>
                    </a:cubicBezTo>
                    <a:cubicBezTo>
                      <a:pt x="5097" y="6375"/>
                      <a:pt x="5422" y="6145"/>
                      <a:pt x="5658" y="5882"/>
                    </a:cubicBezTo>
                    <a:cubicBezTo>
                      <a:pt x="5802" y="5762"/>
                      <a:pt x="5874" y="5632"/>
                      <a:pt x="5874" y="5488"/>
                    </a:cubicBezTo>
                    <a:cubicBezTo>
                      <a:pt x="5874" y="5370"/>
                      <a:pt x="5832" y="5268"/>
                      <a:pt x="5746" y="5183"/>
                    </a:cubicBezTo>
                    <a:cubicBezTo>
                      <a:pt x="5661" y="5099"/>
                      <a:pt x="5555" y="5057"/>
                      <a:pt x="5429" y="5057"/>
                    </a:cubicBezTo>
                    <a:cubicBezTo>
                      <a:pt x="5326" y="5057"/>
                      <a:pt x="5220" y="5094"/>
                      <a:pt x="5110" y="5171"/>
                    </a:cubicBezTo>
                    <a:cubicBezTo>
                      <a:pt x="4999" y="5289"/>
                      <a:pt x="4862" y="5406"/>
                      <a:pt x="4702" y="5520"/>
                    </a:cubicBezTo>
                    <a:cubicBezTo>
                      <a:pt x="4542" y="5634"/>
                      <a:pt x="4353" y="5729"/>
                      <a:pt x="4137" y="5806"/>
                    </a:cubicBezTo>
                    <a:cubicBezTo>
                      <a:pt x="3921" y="5882"/>
                      <a:pt x="3661" y="5921"/>
                      <a:pt x="3356" y="5921"/>
                    </a:cubicBezTo>
                    <a:cubicBezTo>
                      <a:pt x="2890" y="5921"/>
                      <a:pt x="2479" y="5813"/>
                      <a:pt x="2123" y="5597"/>
                    </a:cubicBezTo>
                    <a:cubicBezTo>
                      <a:pt x="1765" y="5381"/>
                      <a:pt x="1487" y="5086"/>
                      <a:pt x="1289" y="4713"/>
                    </a:cubicBezTo>
                    <a:cubicBezTo>
                      <a:pt x="1116" y="4391"/>
                      <a:pt x="1018" y="4024"/>
                      <a:pt x="996" y="3611"/>
                    </a:cubicBezTo>
                    <a:lnTo>
                      <a:pt x="5605" y="3611"/>
                    </a:lnTo>
                    <a:cubicBezTo>
                      <a:pt x="5742" y="3611"/>
                      <a:pt x="5861" y="3565"/>
                      <a:pt x="5963" y="3476"/>
                    </a:cubicBezTo>
                    <a:cubicBezTo>
                      <a:pt x="6063" y="3385"/>
                      <a:pt x="6119" y="3274"/>
                      <a:pt x="6127" y="3139"/>
                    </a:cubicBezTo>
                    <a:cubicBezTo>
                      <a:pt x="6120" y="2657"/>
                      <a:pt x="6030" y="2223"/>
                      <a:pt x="5861" y="1843"/>
                    </a:cubicBezTo>
                    <a:cubicBezTo>
                      <a:pt x="5692" y="1462"/>
                      <a:pt x="5465" y="1131"/>
                      <a:pt x="5181" y="851"/>
                    </a:cubicBezTo>
                    <a:cubicBezTo>
                      <a:pt x="4898" y="573"/>
                      <a:pt x="4575" y="361"/>
                      <a:pt x="4216" y="216"/>
                    </a:cubicBezTo>
                    <a:cubicBezTo>
                      <a:pt x="3856" y="72"/>
                      <a:pt x="3476" y="1"/>
                      <a:pt x="307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7"/>
              <p:cNvSpPr/>
              <p:nvPr/>
            </p:nvSpPr>
            <p:spPr>
              <a:xfrm>
                <a:off x="8919950" y="889250"/>
                <a:ext cx="25775" cy="23525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9410" extrusionOk="0">
                    <a:moveTo>
                      <a:pt x="523" y="1"/>
                    </a:moveTo>
                    <a:cubicBezTo>
                      <a:pt x="378" y="1"/>
                      <a:pt x="255" y="54"/>
                      <a:pt x="154" y="154"/>
                    </a:cubicBezTo>
                    <a:cubicBezTo>
                      <a:pt x="51" y="257"/>
                      <a:pt x="1" y="379"/>
                      <a:pt x="1" y="523"/>
                    </a:cubicBezTo>
                    <a:lnTo>
                      <a:pt x="1" y="8887"/>
                    </a:lnTo>
                    <a:cubicBezTo>
                      <a:pt x="1" y="9032"/>
                      <a:pt x="49" y="9156"/>
                      <a:pt x="147" y="9256"/>
                    </a:cubicBezTo>
                    <a:cubicBezTo>
                      <a:pt x="244" y="9359"/>
                      <a:pt x="364" y="9409"/>
                      <a:pt x="509" y="9409"/>
                    </a:cubicBezTo>
                    <a:cubicBezTo>
                      <a:pt x="653" y="9409"/>
                      <a:pt x="777" y="9358"/>
                      <a:pt x="877" y="9256"/>
                    </a:cubicBezTo>
                    <a:cubicBezTo>
                      <a:pt x="980" y="9154"/>
                      <a:pt x="1031" y="9032"/>
                      <a:pt x="1031" y="8887"/>
                    </a:cubicBezTo>
                    <a:lnTo>
                      <a:pt x="1031" y="523"/>
                    </a:lnTo>
                    <a:cubicBezTo>
                      <a:pt x="1031" y="379"/>
                      <a:pt x="986" y="255"/>
                      <a:pt x="891" y="154"/>
                    </a:cubicBezTo>
                    <a:cubicBezTo>
                      <a:pt x="798" y="52"/>
                      <a:pt x="676" y="1"/>
                      <a:pt x="52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7"/>
              <p:cNvSpPr/>
              <p:nvPr/>
            </p:nvSpPr>
            <p:spPr>
              <a:xfrm>
                <a:off x="8649400" y="660775"/>
                <a:ext cx="120400" cy="157250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6290" extrusionOk="0">
                    <a:moveTo>
                      <a:pt x="268" y="0"/>
                    </a:moveTo>
                    <a:cubicBezTo>
                      <a:pt x="197" y="0"/>
                      <a:pt x="134" y="22"/>
                      <a:pt x="80" y="71"/>
                    </a:cubicBezTo>
                    <a:cubicBezTo>
                      <a:pt x="27" y="118"/>
                      <a:pt x="0" y="181"/>
                      <a:pt x="0" y="259"/>
                    </a:cubicBezTo>
                    <a:cubicBezTo>
                      <a:pt x="0" y="330"/>
                      <a:pt x="27" y="390"/>
                      <a:pt x="80" y="439"/>
                    </a:cubicBezTo>
                    <a:cubicBezTo>
                      <a:pt x="133" y="486"/>
                      <a:pt x="197" y="509"/>
                      <a:pt x="268" y="509"/>
                    </a:cubicBezTo>
                    <a:lnTo>
                      <a:pt x="268" y="511"/>
                    </a:lnTo>
                    <a:lnTo>
                      <a:pt x="2119" y="511"/>
                    </a:lnTo>
                    <a:lnTo>
                      <a:pt x="2119" y="6021"/>
                    </a:lnTo>
                    <a:cubicBezTo>
                      <a:pt x="2119" y="6092"/>
                      <a:pt x="2145" y="6154"/>
                      <a:pt x="2199" y="6209"/>
                    </a:cubicBezTo>
                    <a:cubicBezTo>
                      <a:pt x="2254" y="6262"/>
                      <a:pt x="2323" y="6289"/>
                      <a:pt x="2407" y="6289"/>
                    </a:cubicBezTo>
                    <a:cubicBezTo>
                      <a:pt x="2485" y="6289"/>
                      <a:pt x="2550" y="6263"/>
                      <a:pt x="2603" y="6209"/>
                    </a:cubicBezTo>
                    <a:cubicBezTo>
                      <a:pt x="2657" y="6154"/>
                      <a:pt x="2685" y="6092"/>
                      <a:pt x="2685" y="6021"/>
                    </a:cubicBezTo>
                    <a:lnTo>
                      <a:pt x="2685" y="511"/>
                    </a:lnTo>
                    <a:lnTo>
                      <a:pt x="4537" y="511"/>
                    </a:lnTo>
                    <a:cubicBezTo>
                      <a:pt x="4615" y="511"/>
                      <a:pt x="4682" y="489"/>
                      <a:pt x="4735" y="444"/>
                    </a:cubicBezTo>
                    <a:cubicBezTo>
                      <a:pt x="4789" y="398"/>
                      <a:pt x="4816" y="337"/>
                      <a:pt x="4816" y="259"/>
                    </a:cubicBezTo>
                    <a:cubicBezTo>
                      <a:pt x="4816" y="182"/>
                      <a:pt x="4789" y="120"/>
                      <a:pt x="4735" y="71"/>
                    </a:cubicBezTo>
                    <a:cubicBezTo>
                      <a:pt x="4682" y="24"/>
                      <a:pt x="4615" y="0"/>
                      <a:pt x="45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7"/>
              <p:cNvSpPr/>
              <p:nvPr/>
            </p:nvSpPr>
            <p:spPr>
              <a:xfrm>
                <a:off x="8783450" y="658475"/>
                <a:ext cx="150825" cy="16180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6472" extrusionOk="0">
                    <a:moveTo>
                      <a:pt x="3022" y="539"/>
                    </a:moveTo>
                    <a:cubicBezTo>
                      <a:pt x="3502" y="539"/>
                      <a:pt x="3923" y="652"/>
                      <a:pt x="4285" y="880"/>
                    </a:cubicBezTo>
                    <a:cubicBezTo>
                      <a:pt x="4646" y="1108"/>
                      <a:pt x="4932" y="1424"/>
                      <a:pt x="5142" y="1828"/>
                    </a:cubicBezTo>
                    <a:cubicBezTo>
                      <a:pt x="5353" y="2234"/>
                      <a:pt x="5458" y="2702"/>
                      <a:pt x="5458" y="3236"/>
                    </a:cubicBezTo>
                    <a:cubicBezTo>
                      <a:pt x="5458" y="3769"/>
                      <a:pt x="5353" y="4238"/>
                      <a:pt x="5142" y="4643"/>
                    </a:cubicBezTo>
                    <a:cubicBezTo>
                      <a:pt x="4933" y="5047"/>
                      <a:pt x="4646" y="5363"/>
                      <a:pt x="4285" y="5591"/>
                    </a:cubicBezTo>
                    <a:cubicBezTo>
                      <a:pt x="3921" y="5819"/>
                      <a:pt x="3502" y="5932"/>
                      <a:pt x="3022" y="5932"/>
                    </a:cubicBezTo>
                    <a:cubicBezTo>
                      <a:pt x="2549" y="5932"/>
                      <a:pt x="2127" y="5819"/>
                      <a:pt x="1759" y="5591"/>
                    </a:cubicBezTo>
                    <a:cubicBezTo>
                      <a:pt x="1390" y="5363"/>
                      <a:pt x="1103" y="5047"/>
                      <a:pt x="896" y="4643"/>
                    </a:cubicBezTo>
                    <a:cubicBezTo>
                      <a:pt x="688" y="4238"/>
                      <a:pt x="587" y="3769"/>
                      <a:pt x="587" y="3236"/>
                    </a:cubicBezTo>
                    <a:cubicBezTo>
                      <a:pt x="587" y="2702"/>
                      <a:pt x="688" y="2231"/>
                      <a:pt x="896" y="1828"/>
                    </a:cubicBezTo>
                    <a:cubicBezTo>
                      <a:pt x="1103" y="1424"/>
                      <a:pt x="1390" y="1108"/>
                      <a:pt x="1759" y="880"/>
                    </a:cubicBezTo>
                    <a:cubicBezTo>
                      <a:pt x="2127" y="652"/>
                      <a:pt x="2549" y="539"/>
                      <a:pt x="3022" y="539"/>
                    </a:cubicBezTo>
                    <a:close/>
                    <a:moveTo>
                      <a:pt x="3022" y="0"/>
                    </a:moveTo>
                    <a:cubicBezTo>
                      <a:pt x="2580" y="0"/>
                      <a:pt x="2175" y="80"/>
                      <a:pt x="1809" y="238"/>
                    </a:cubicBezTo>
                    <a:cubicBezTo>
                      <a:pt x="1444" y="397"/>
                      <a:pt x="1125" y="621"/>
                      <a:pt x="855" y="912"/>
                    </a:cubicBezTo>
                    <a:cubicBezTo>
                      <a:pt x="587" y="1201"/>
                      <a:pt x="375" y="1542"/>
                      <a:pt x="226" y="1936"/>
                    </a:cubicBezTo>
                    <a:cubicBezTo>
                      <a:pt x="76" y="2329"/>
                      <a:pt x="1" y="2763"/>
                      <a:pt x="1" y="3236"/>
                    </a:cubicBezTo>
                    <a:cubicBezTo>
                      <a:pt x="1" y="3711"/>
                      <a:pt x="76" y="4142"/>
                      <a:pt x="226" y="4535"/>
                    </a:cubicBezTo>
                    <a:cubicBezTo>
                      <a:pt x="375" y="4928"/>
                      <a:pt x="587" y="5269"/>
                      <a:pt x="855" y="5560"/>
                    </a:cubicBezTo>
                    <a:cubicBezTo>
                      <a:pt x="1125" y="5850"/>
                      <a:pt x="1444" y="6075"/>
                      <a:pt x="1809" y="6233"/>
                    </a:cubicBezTo>
                    <a:cubicBezTo>
                      <a:pt x="2175" y="6391"/>
                      <a:pt x="2578" y="6472"/>
                      <a:pt x="3022" y="6472"/>
                    </a:cubicBezTo>
                    <a:cubicBezTo>
                      <a:pt x="3458" y="6472"/>
                      <a:pt x="3862" y="6391"/>
                      <a:pt x="4230" y="6233"/>
                    </a:cubicBezTo>
                    <a:cubicBezTo>
                      <a:pt x="4599" y="6075"/>
                      <a:pt x="4918" y="5850"/>
                      <a:pt x="5188" y="5560"/>
                    </a:cubicBezTo>
                    <a:cubicBezTo>
                      <a:pt x="5458" y="5269"/>
                      <a:pt x="5667" y="4928"/>
                      <a:pt x="5811" y="4535"/>
                    </a:cubicBezTo>
                    <a:cubicBezTo>
                      <a:pt x="5960" y="4142"/>
                      <a:pt x="6033" y="3709"/>
                      <a:pt x="6033" y="3236"/>
                    </a:cubicBezTo>
                    <a:cubicBezTo>
                      <a:pt x="6033" y="2763"/>
                      <a:pt x="5960" y="2329"/>
                      <a:pt x="5811" y="1936"/>
                    </a:cubicBezTo>
                    <a:cubicBezTo>
                      <a:pt x="5667" y="1542"/>
                      <a:pt x="5458" y="1201"/>
                      <a:pt x="5188" y="912"/>
                    </a:cubicBezTo>
                    <a:cubicBezTo>
                      <a:pt x="4918" y="621"/>
                      <a:pt x="4599" y="396"/>
                      <a:pt x="4230" y="238"/>
                    </a:cubicBezTo>
                    <a:cubicBezTo>
                      <a:pt x="3862" y="80"/>
                      <a:pt x="3458" y="0"/>
                      <a:pt x="30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/>
          <p:nvPr/>
        </p:nvSpPr>
        <p:spPr>
          <a:xfrm>
            <a:off x="6203633" y="1734312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1" name="Google Shape;381;p39"/>
          <p:cNvSpPr/>
          <p:nvPr/>
        </p:nvSpPr>
        <p:spPr>
          <a:xfrm>
            <a:off x="6203633" y="3197352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1152167" y="3197352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3" name="Google Shape;383;p39"/>
          <p:cNvSpPr/>
          <p:nvPr/>
        </p:nvSpPr>
        <p:spPr>
          <a:xfrm>
            <a:off x="1152167" y="4648200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4" name="Google Shape;384;p39"/>
          <p:cNvSpPr/>
          <p:nvPr/>
        </p:nvSpPr>
        <p:spPr>
          <a:xfrm>
            <a:off x="1152167" y="1737527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5" name="Google Shape;385;p39"/>
          <p:cNvSpPr txBox="1">
            <a:spLocks noGrp="1"/>
          </p:cNvSpPr>
          <p:nvPr>
            <p:ph type="title"/>
          </p:nvPr>
        </p:nvSpPr>
        <p:spPr>
          <a:xfrm>
            <a:off x="960000" y="44713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39"/>
          <p:cNvSpPr txBox="1">
            <a:spLocks noGrp="1"/>
          </p:cNvSpPr>
          <p:nvPr>
            <p:ph type="title" idx="2"/>
          </p:nvPr>
        </p:nvSpPr>
        <p:spPr>
          <a:xfrm>
            <a:off x="2525152" y="2088912"/>
            <a:ext cx="3218800" cy="51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b="1" dirty="0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rPr>
              <a:t>Objetivo principal</a:t>
            </a:r>
            <a:endParaRPr b="1" dirty="0">
              <a:solidFill>
                <a:srgbClr val="0E1A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39"/>
          <p:cNvSpPr txBox="1">
            <a:spLocks noGrp="1"/>
          </p:cNvSpPr>
          <p:nvPr>
            <p:ph type="title" idx="3"/>
          </p:nvPr>
        </p:nvSpPr>
        <p:spPr>
          <a:xfrm>
            <a:off x="7563447" y="1883325"/>
            <a:ext cx="3218800" cy="92117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s-ES" dirty="0"/>
              <a:t>Funcionalidades</a:t>
            </a:r>
          </a:p>
        </p:txBody>
      </p:sp>
      <p:sp>
        <p:nvSpPr>
          <p:cNvPr id="391" name="Google Shape;391;p39"/>
          <p:cNvSpPr txBox="1">
            <a:spLocks noGrp="1"/>
          </p:cNvSpPr>
          <p:nvPr>
            <p:ph type="title" idx="5"/>
          </p:nvPr>
        </p:nvSpPr>
        <p:spPr>
          <a:xfrm>
            <a:off x="2525152" y="3452607"/>
            <a:ext cx="3218800" cy="70868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b="1" dirty="0" err="1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rPr>
              <a:t>APIs</a:t>
            </a:r>
            <a:r>
              <a:rPr lang="es-ES" b="1" dirty="0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s-ES" dirty="0"/>
              <a:t>Modelo de datos</a:t>
            </a:r>
            <a:endParaRPr b="1" dirty="0">
              <a:solidFill>
                <a:srgbClr val="0E1A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39"/>
          <p:cNvSpPr txBox="1">
            <a:spLocks noGrp="1"/>
          </p:cNvSpPr>
          <p:nvPr>
            <p:ph type="title" idx="7"/>
          </p:nvPr>
        </p:nvSpPr>
        <p:spPr>
          <a:xfrm>
            <a:off x="7563447" y="3477091"/>
            <a:ext cx="3218800" cy="51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/>
              <a:t>Arquitectura</a:t>
            </a:r>
            <a:endParaRPr b="1" dirty="0">
              <a:solidFill>
                <a:srgbClr val="0E1A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39"/>
          <p:cNvSpPr txBox="1">
            <a:spLocks noGrp="1"/>
          </p:cNvSpPr>
          <p:nvPr>
            <p:ph type="title" idx="16"/>
          </p:nvPr>
        </p:nvSpPr>
        <p:spPr>
          <a:xfrm>
            <a:off x="1388361" y="1972360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395" name="Google Shape;395;p39"/>
          <p:cNvSpPr txBox="1">
            <a:spLocks noGrp="1"/>
          </p:cNvSpPr>
          <p:nvPr>
            <p:ph type="title" idx="17"/>
          </p:nvPr>
        </p:nvSpPr>
        <p:spPr>
          <a:xfrm>
            <a:off x="1388361" y="3435400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396" name="Google Shape;396;p39"/>
          <p:cNvSpPr txBox="1">
            <a:spLocks noGrp="1"/>
          </p:cNvSpPr>
          <p:nvPr>
            <p:ph type="title" idx="18"/>
          </p:nvPr>
        </p:nvSpPr>
        <p:spPr>
          <a:xfrm>
            <a:off x="6453049" y="1977633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397" name="Google Shape;397;p39"/>
          <p:cNvSpPr txBox="1">
            <a:spLocks noGrp="1"/>
          </p:cNvSpPr>
          <p:nvPr>
            <p:ph type="title" idx="19"/>
          </p:nvPr>
        </p:nvSpPr>
        <p:spPr>
          <a:xfrm>
            <a:off x="6453049" y="3432193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398" name="Google Shape;398;p39"/>
          <p:cNvSpPr txBox="1">
            <a:spLocks noGrp="1"/>
          </p:cNvSpPr>
          <p:nvPr>
            <p:ph type="title" idx="9"/>
          </p:nvPr>
        </p:nvSpPr>
        <p:spPr>
          <a:xfrm>
            <a:off x="2525152" y="4930680"/>
            <a:ext cx="3218000" cy="51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/>
              <a:t>Lecciones aprendidas</a:t>
            </a:r>
            <a:endParaRPr b="1" dirty="0">
              <a:solidFill>
                <a:srgbClr val="0E1A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39"/>
          <p:cNvSpPr txBox="1">
            <a:spLocks noGrp="1"/>
          </p:cNvSpPr>
          <p:nvPr>
            <p:ph type="title" idx="20"/>
          </p:nvPr>
        </p:nvSpPr>
        <p:spPr>
          <a:xfrm>
            <a:off x="1388361" y="4886248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05</a:t>
            </a:r>
            <a:endParaRPr/>
          </a:p>
        </p:txBody>
      </p:sp>
      <p:sp>
        <p:nvSpPr>
          <p:cNvPr id="401" name="Google Shape;401;p39"/>
          <p:cNvSpPr/>
          <p:nvPr/>
        </p:nvSpPr>
        <p:spPr>
          <a:xfrm>
            <a:off x="6203633" y="4648200"/>
            <a:ext cx="4828000" cy="1219200"/>
          </a:xfrm>
          <a:prstGeom prst="roundRect">
            <a:avLst>
              <a:gd name="adj" fmla="val 1637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2" name="Google Shape;402;p39"/>
          <p:cNvSpPr txBox="1">
            <a:spLocks noGrp="1"/>
          </p:cNvSpPr>
          <p:nvPr>
            <p:ph type="title" idx="14"/>
          </p:nvPr>
        </p:nvSpPr>
        <p:spPr>
          <a:xfrm>
            <a:off x="7563447" y="5002800"/>
            <a:ext cx="3218800" cy="51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b="1" dirty="0">
                <a:solidFill>
                  <a:srgbClr val="0E1A3F"/>
                </a:solidFill>
                <a:latin typeface="Poppins"/>
                <a:ea typeface="Poppins"/>
                <a:cs typeface="Poppins"/>
                <a:sym typeface="Poppins"/>
              </a:rPr>
              <a:t>Demo y conclusiones</a:t>
            </a:r>
            <a:endParaRPr b="1" dirty="0">
              <a:solidFill>
                <a:srgbClr val="0E1A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39"/>
          <p:cNvSpPr txBox="1">
            <a:spLocks noGrp="1"/>
          </p:cNvSpPr>
          <p:nvPr>
            <p:ph type="title" idx="21"/>
          </p:nvPr>
        </p:nvSpPr>
        <p:spPr>
          <a:xfrm>
            <a:off x="6453049" y="4886248"/>
            <a:ext cx="10972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/>
          <p:cNvSpPr txBox="1">
            <a:spLocks noGrp="1"/>
          </p:cNvSpPr>
          <p:nvPr>
            <p:ph type="title"/>
          </p:nvPr>
        </p:nvSpPr>
        <p:spPr>
          <a:xfrm>
            <a:off x="2716800" y="2181000"/>
            <a:ext cx="6758400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>
                <a:solidFill>
                  <a:schemeClr val="dk1"/>
                </a:solidFill>
              </a:rPr>
              <a:t>Objetivo principal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1"/>
          <p:cNvSpPr txBox="1">
            <a:spLocks noGrp="1"/>
          </p:cNvSpPr>
          <p:nvPr>
            <p:ph type="title" idx="2"/>
          </p:nvPr>
        </p:nvSpPr>
        <p:spPr>
          <a:xfrm>
            <a:off x="5409400" y="979900"/>
            <a:ext cx="1373200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grpSp>
        <p:nvGrpSpPr>
          <p:cNvPr id="555" name="Google Shape;555;p41"/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/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/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/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/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/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/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/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/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/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/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/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/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/>
          <p:cNvGrpSpPr/>
          <p:nvPr/>
        </p:nvGrpSpPr>
        <p:grpSpPr>
          <a:xfrm rot="612448">
            <a:off x="9546496" y="2968687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/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/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/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/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/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/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>
          <a:extLst>
            <a:ext uri="{FF2B5EF4-FFF2-40B4-BE49-F238E27FC236}">
              <a16:creationId xmlns:a16="http://schemas.microsoft.com/office/drawing/2014/main" id="{7867AA5F-D420-2F79-1DA8-7F2C00C9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3">
            <a:extLst>
              <a:ext uri="{FF2B5EF4-FFF2-40B4-BE49-F238E27FC236}">
                <a16:creationId xmlns:a16="http://schemas.microsoft.com/office/drawing/2014/main" id="{174D3989-77CF-5F4C-B3DA-05966FE4A6C0}"/>
              </a:ext>
            </a:extLst>
          </p:cNvPr>
          <p:cNvSpPr/>
          <p:nvPr/>
        </p:nvSpPr>
        <p:spPr>
          <a:xfrm>
            <a:off x="1591699" y="1972079"/>
            <a:ext cx="6464000" cy="3189600"/>
          </a:xfrm>
          <a:prstGeom prst="roundRect">
            <a:avLst>
              <a:gd name="adj" fmla="val 6717"/>
            </a:avLst>
          </a:prstGeom>
          <a:gradFill>
            <a:gsLst>
              <a:gs pos="0">
                <a:schemeClr val="lt2"/>
              </a:gs>
              <a:gs pos="0">
                <a:schemeClr val="accent3"/>
              </a:gs>
              <a:gs pos="100000">
                <a:srgbClr val="C7C7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81" name="Google Shape;781;p43">
            <a:extLst>
              <a:ext uri="{FF2B5EF4-FFF2-40B4-BE49-F238E27FC236}">
                <a16:creationId xmlns:a16="http://schemas.microsoft.com/office/drawing/2014/main" id="{E6BA1D9A-CF87-5993-C7AE-39339425B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450304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s-ES" dirty="0"/>
              <a:t>Objetivo principal</a:t>
            </a:r>
            <a:endParaRPr dirty="0"/>
          </a:p>
        </p:txBody>
      </p:sp>
      <p:sp>
        <p:nvSpPr>
          <p:cNvPr id="782" name="Google Shape;782;p43">
            <a:extLst>
              <a:ext uri="{FF2B5EF4-FFF2-40B4-BE49-F238E27FC236}">
                <a16:creationId xmlns:a16="http://schemas.microsoft.com/office/drawing/2014/main" id="{DC6C9B29-3F42-8FF6-DFE4-C358D956B0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52300" y="2129479"/>
            <a:ext cx="5472466" cy="287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>
              <a:buNone/>
            </a:pPr>
            <a:r>
              <a:rPr lang="es-ES" sz="2400" dirty="0"/>
              <a:t>Diseñar y desarrollar una plataforma turística inteligente basada en microservicios que permita búsqueda, recomendación personalizada y gestión de favoritos, integrando datos públicos de Open Data Euskadi y aplicando arquitectura moderna basada en Node.js, </a:t>
            </a:r>
            <a:r>
              <a:rPr lang="es-ES" sz="2400" dirty="0" err="1"/>
              <a:t>FastAPI</a:t>
            </a:r>
            <a:r>
              <a:rPr lang="es-ES" sz="2400" dirty="0"/>
              <a:t>, PostgreSQL y </a:t>
            </a:r>
            <a:r>
              <a:rPr lang="es-ES" sz="2400" dirty="0" err="1"/>
              <a:t>Elasticsearch</a:t>
            </a:r>
            <a:r>
              <a:rPr lang="es-ES" sz="2400" dirty="0"/>
              <a:t>.</a:t>
            </a:r>
          </a:p>
        </p:txBody>
      </p:sp>
      <p:grpSp>
        <p:nvGrpSpPr>
          <p:cNvPr id="783" name="Google Shape;783;p43">
            <a:extLst>
              <a:ext uri="{FF2B5EF4-FFF2-40B4-BE49-F238E27FC236}">
                <a16:creationId xmlns:a16="http://schemas.microsoft.com/office/drawing/2014/main" id="{06B617BA-E055-E9A0-DB5E-4407E1C3CCD3}"/>
              </a:ext>
            </a:extLst>
          </p:cNvPr>
          <p:cNvGrpSpPr/>
          <p:nvPr/>
        </p:nvGrpSpPr>
        <p:grpSpPr>
          <a:xfrm rot="497491">
            <a:off x="8678187" y="1746703"/>
            <a:ext cx="1828868" cy="1426467"/>
            <a:chOff x="1936950" y="1743225"/>
            <a:chExt cx="1485025" cy="1154250"/>
          </a:xfrm>
        </p:grpSpPr>
        <p:sp>
          <p:nvSpPr>
            <p:cNvPr id="784" name="Google Shape;784;p43">
              <a:extLst>
                <a:ext uri="{FF2B5EF4-FFF2-40B4-BE49-F238E27FC236}">
                  <a16:creationId xmlns:a16="http://schemas.microsoft.com/office/drawing/2014/main" id="{445A52F2-70FA-C04D-E901-7792D094B55D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3">
              <a:extLst>
                <a:ext uri="{FF2B5EF4-FFF2-40B4-BE49-F238E27FC236}">
                  <a16:creationId xmlns:a16="http://schemas.microsoft.com/office/drawing/2014/main" id="{8B4B75F9-7B5E-A20D-0E2F-D862B21002B0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3">
              <a:extLst>
                <a:ext uri="{FF2B5EF4-FFF2-40B4-BE49-F238E27FC236}">
                  <a16:creationId xmlns:a16="http://schemas.microsoft.com/office/drawing/2014/main" id="{F7CB3362-C53A-6DCD-3624-C3093D16150F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3">
              <a:extLst>
                <a:ext uri="{FF2B5EF4-FFF2-40B4-BE49-F238E27FC236}">
                  <a16:creationId xmlns:a16="http://schemas.microsoft.com/office/drawing/2014/main" id="{71A0160E-1052-0B6C-9555-AB1D0B31A69B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3">
              <a:extLst>
                <a:ext uri="{FF2B5EF4-FFF2-40B4-BE49-F238E27FC236}">
                  <a16:creationId xmlns:a16="http://schemas.microsoft.com/office/drawing/2014/main" id="{6ABD3427-57B6-7268-B613-6BA58D431189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3">
              <a:extLst>
                <a:ext uri="{FF2B5EF4-FFF2-40B4-BE49-F238E27FC236}">
                  <a16:creationId xmlns:a16="http://schemas.microsoft.com/office/drawing/2014/main" id="{75EC5CA9-CA04-F4B9-2C9F-45CC35992432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3">
              <a:extLst>
                <a:ext uri="{FF2B5EF4-FFF2-40B4-BE49-F238E27FC236}">
                  <a16:creationId xmlns:a16="http://schemas.microsoft.com/office/drawing/2014/main" id="{8D75C2FF-1E59-7B1C-71A8-1AF0B4A08F9F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3">
              <a:extLst>
                <a:ext uri="{FF2B5EF4-FFF2-40B4-BE49-F238E27FC236}">
                  <a16:creationId xmlns:a16="http://schemas.microsoft.com/office/drawing/2014/main" id="{A3B74CDD-D703-3E43-B25E-F75D4F2B5B72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3">
              <a:extLst>
                <a:ext uri="{FF2B5EF4-FFF2-40B4-BE49-F238E27FC236}">
                  <a16:creationId xmlns:a16="http://schemas.microsoft.com/office/drawing/2014/main" id="{0A8BE877-8F21-8BC4-BE9B-3A116A6E5831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3">
              <a:extLst>
                <a:ext uri="{FF2B5EF4-FFF2-40B4-BE49-F238E27FC236}">
                  <a16:creationId xmlns:a16="http://schemas.microsoft.com/office/drawing/2014/main" id="{831F3840-5B2B-4F3E-F9F9-981E41D50104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3">
              <a:extLst>
                <a:ext uri="{FF2B5EF4-FFF2-40B4-BE49-F238E27FC236}">
                  <a16:creationId xmlns:a16="http://schemas.microsoft.com/office/drawing/2014/main" id="{AD415029-D6FE-594B-0DEB-C038702E9790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3">
              <a:extLst>
                <a:ext uri="{FF2B5EF4-FFF2-40B4-BE49-F238E27FC236}">
                  <a16:creationId xmlns:a16="http://schemas.microsoft.com/office/drawing/2014/main" id="{FB16B050-DBD0-2B41-EE5E-A7D8ACEB6F7A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3">
              <a:extLst>
                <a:ext uri="{FF2B5EF4-FFF2-40B4-BE49-F238E27FC236}">
                  <a16:creationId xmlns:a16="http://schemas.microsoft.com/office/drawing/2014/main" id="{6170798E-E902-F77C-A3D6-FA13452B28DE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3">
              <a:extLst>
                <a:ext uri="{FF2B5EF4-FFF2-40B4-BE49-F238E27FC236}">
                  <a16:creationId xmlns:a16="http://schemas.microsoft.com/office/drawing/2014/main" id="{75FCC916-7439-D935-5235-135AC05C2DA0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3">
              <a:extLst>
                <a:ext uri="{FF2B5EF4-FFF2-40B4-BE49-F238E27FC236}">
                  <a16:creationId xmlns:a16="http://schemas.microsoft.com/office/drawing/2014/main" id="{EFB07162-ED21-F571-9B58-2BF9DA6971CF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3">
              <a:extLst>
                <a:ext uri="{FF2B5EF4-FFF2-40B4-BE49-F238E27FC236}">
                  <a16:creationId xmlns:a16="http://schemas.microsoft.com/office/drawing/2014/main" id="{67788DB3-734F-8D46-E43B-FD530B5E65D5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3">
              <a:extLst>
                <a:ext uri="{FF2B5EF4-FFF2-40B4-BE49-F238E27FC236}">
                  <a16:creationId xmlns:a16="http://schemas.microsoft.com/office/drawing/2014/main" id="{506DB155-F340-20E4-96B6-637676958E2C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3">
              <a:extLst>
                <a:ext uri="{FF2B5EF4-FFF2-40B4-BE49-F238E27FC236}">
                  <a16:creationId xmlns:a16="http://schemas.microsoft.com/office/drawing/2014/main" id="{65F2F551-1386-B1BC-C2A9-8EC0C286AD82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3">
              <a:extLst>
                <a:ext uri="{FF2B5EF4-FFF2-40B4-BE49-F238E27FC236}">
                  <a16:creationId xmlns:a16="http://schemas.microsoft.com/office/drawing/2014/main" id="{78421984-5434-44FB-0A2F-F174975B8F0A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03" name="Google Shape;803;p43">
            <a:extLst>
              <a:ext uri="{FF2B5EF4-FFF2-40B4-BE49-F238E27FC236}">
                <a16:creationId xmlns:a16="http://schemas.microsoft.com/office/drawing/2014/main" id="{87652B0C-3ABE-0938-8D93-849C0AB68027}"/>
              </a:ext>
            </a:extLst>
          </p:cNvPr>
          <p:cNvGrpSpPr/>
          <p:nvPr/>
        </p:nvGrpSpPr>
        <p:grpSpPr>
          <a:xfrm rot="-360041">
            <a:off x="8685233" y="3647673"/>
            <a:ext cx="1562139" cy="1999559"/>
            <a:chOff x="4329950" y="3375025"/>
            <a:chExt cx="1204325" cy="1548425"/>
          </a:xfrm>
        </p:grpSpPr>
        <p:sp>
          <p:nvSpPr>
            <p:cNvPr id="804" name="Google Shape;804;p43">
              <a:extLst>
                <a:ext uri="{FF2B5EF4-FFF2-40B4-BE49-F238E27FC236}">
                  <a16:creationId xmlns:a16="http://schemas.microsoft.com/office/drawing/2014/main" id="{5DAD61B7-8963-127A-284A-10C0EC72F056}"/>
                </a:ext>
              </a:extLst>
            </p:cNvPr>
            <p:cNvSpPr/>
            <p:nvPr/>
          </p:nvSpPr>
          <p:spPr>
            <a:xfrm>
              <a:off x="4330125" y="3375025"/>
              <a:ext cx="1204150" cy="1548275"/>
            </a:xfrm>
            <a:custGeom>
              <a:avLst/>
              <a:gdLst/>
              <a:ahLst/>
              <a:cxnLst/>
              <a:rect l="l" t="t" r="r" b="b"/>
              <a:pathLst>
                <a:path w="48166" h="61931" extrusionOk="0">
                  <a:moveTo>
                    <a:pt x="24082" y="0"/>
                  </a:moveTo>
                  <a:cubicBezTo>
                    <a:pt x="5046" y="0"/>
                    <a:pt x="1070" y="10747"/>
                    <a:pt x="240" y="15410"/>
                  </a:cubicBezTo>
                  <a:cubicBezTo>
                    <a:pt x="11" y="16700"/>
                    <a:pt x="22" y="17522"/>
                    <a:pt x="22" y="17522"/>
                  </a:cubicBezTo>
                  <a:lnTo>
                    <a:pt x="22" y="22452"/>
                  </a:lnTo>
                  <a:lnTo>
                    <a:pt x="22" y="25160"/>
                  </a:lnTo>
                  <a:lnTo>
                    <a:pt x="22" y="33597"/>
                  </a:lnTo>
                  <a:lnTo>
                    <a:pt x="22" y="33909"/>
                  </a:lnTo>
                  <a:lnTo>
                    <a:pt x="22" y="34261"/>
                  </a:lnTo>
                  <a:lnTo>
                    <a:pt x="22" y="39331"/>
                  </a:lnTo>
                  <a:lnTo>
                    <a:pt x="22" y="43481"/>
                  </a:lnTo>
                  <a:lnTo>
                    <a:pt x="22" y="44305"/>
                  </a:lnTo>
                  <a:lnTo>
                    <a:pt x="22" y="44410"/>
                  </a:lnTo>
                  <a:cubicBezTo>
                    <a:pt x="22" y="44410"/>
                    <a:pt x="1" y="45953"/>
                    <a:pt x="605" y="48123"/>
                  </a:cubicBezTo>
                  <a:cubicBezTo>
                    <a:pt x="701" y="48467"/>
                    <a:pt x="814" y="48829"/>
                    <a:pt x="945" y="49202"/>
                  </a:cubicBezTo>
                  <a:cubicBezTo>
                    <a:pt x="1057" y="49526"/>
                    <a:pt x="1187" y="49860"/>
                    <a:pt x="1329" y="50201"/>
                  </a:cubicBezTo>
                  <a:cubicBezTo>
                    <a:pt x="1343" y="50236"/>
                    <a:pt x="1358" y="50270"/>
                    <a:pt x="1375" y="50308"/>
                  </a:cubicBezTo>
                  <a:cubicBezTo>
                    <a:pt x="1600" y="50838"/>
                    <a:pt x="1866" y="51384"/>
                    <a:pt x="2176" y="51938"/>
                  </a:cubicBezTo>
                  <a:cubicBezTo>
                    <a:pt x="2226" y="52028"/>
                    <a:pt x="2279" y="52120"/>
                    <a:pt x="2332" y="52212"/>
                  </a:cubicBezTo>
                  <a:cubicBezTo>
                    <a:pt x="2968" y="53300"/>
                    <a:pt x="3778" y="54407"/>
                    <a:pt x="4814" y="55466"/>
                  </a:cubicBezTo>
                  <a:cubicBezTo>
                    <a:pt x="5046" y="55704"/>
                    <a:pt x="5292" y="55940"/>
                    <a:pt x="5547" y="56174"/>
                  </a:cubicBezTo>
                  <a:cubicBezTo>
                    <a:pt x="6556" y="57093"/>
                    <a:pt x="7752" y="57960"/>
                    <a:pt x="9164" y="58729"/>
                  </a:cubicBezTo>
                  <a:cubicBezTo>
                    <a:pt x="9415" y="58864"/>
                    <a:pt x="9672" y="58999"/>
                    <a:pt x="9937" y="59129"/>
                  </a:cubicBezTo>
                  <a:cubicBezTo>
                    <a:pt x="10133" y="59226"/>
                    <a:pt x="10335" y="59321"/>
                    <a:pt x="10541" y="59414"/>
                  </a:cubicBezTo>
                  <a:cubicBezTo>
                    <a:pt x="10756" y="59512"/>
                    <a:pt x="10975" y="59609"/>
                    <a:pt x="11202" y="59702"/>
                  </a:cubicBezTo>
                  <a:cubicBezTo>
                    <a:pt x="11205" y="59704"/>
                    <a:pt x="11207" y="59704"/>
                    <a:pt x="11210" y="59705"/>
                  </a:cubicBezTo>
                  <a:cubicBezTo>
                    <a:pt x="11320" y="59751"/>
                    <a:pt x="11431" y="59796"/>
                    <a:pt x="11543" y="59841"/>
                  </a:cubicBezTo>
                  <a:cubicBezTo>
                    <a:pt x="13156" y="60483"/>
                    <a:pt x="14996" y="61008"/>
                    <a:pt x="17092" y="61372"/>
                  </a:cubicBezTo>
                  <a:cubicBezTo>
                    <a:pt x="17103" y="61374"/>
                    <a:pt x="17115" y="61375"/>
                    <a:pt x="17126" y="61377"/>
                  </a:cubicBezTo>
                  <a:cubicBezTo>
                    <a:pt x="19053" y="61709"/>
                    <a:pt x="21195" y="61904"/>
                    <a:pt x="23577" y="61929"/>
                  </a:cubicBezTo>
                  <a:lnTo>
                    <a:pt x="23577" y="61931"/>
                  </a:lnTo>
                  <a:lnTo>
                    <a:pt x="24089" y="61931"/>
                  </a:lnTo>
                  <a:cubicBezTo>
                    <a:pt x="24241" y="61931"/>
                    <a:pt x="24390" y="61931"/>
                    <a:pt x="24540" y="61929"/>
                  </a:cubicBezTo>
                  <a:cubicBezTo>
                    <a:pt x="26448" y="61911"/>
                    <a:pt x="28202" y="61784"/>
                    <a:pt x="29812" y="61567"/>
                  </a:cubicBezTo>
                  <a:cubicBezTo>
                    <a:pt x="30068" y="61532"/>
                    <a:pt x="30320" y="61495"/>
                    <a:pt x="30569" y="61456"/>
                  </a:cubicBezTo>
                  <a:cubicBezTo>
                    <a:pt x="32109" y="61214"/>
                    <a:pt x="33513" y="60885"/>
                    <a:pt x="34795" y="60486"/>
                  </a:cubicBezTo>
                  <a:cubicBezTo>
                    <a:pt x="34948" y="60440"/>
                    <a:pt x="35100" y="60391"/>
                    <a:pt x="35250" y="60343"/>
                  </a:cubicBezTo>
                  <a:cubicBezTo>
                    <a:pt x="35628" y="60217"/>
                    <a:pt x="35996" y="60086"/>
                    <a:pt x="36352" y="59949"/>
                  </a:cubicBezTo>
                  <a:cubicBezTo>
                    <a:pt x="36567" y="59867"/>
                    <a:pt x="36777" y="59782"/>
                    <a:pt x="36983" y="59697"/>
                  </a:cubicBezTo>
                  <a:cubicBezTo>
                    <a:pt x="37446" y="59503"/>
                    <a:pt x="37891" y="59299"/>
                    <a:pt x="38320" y="59086"/>
                  </a:cubicBezTo>
                  <a:cubicBezTo>
                    <a:pt x="38433" y="59030"/>
                    <a:pt x="38544" y="58973"/>
                    <a:pt x="38656" y="58916"/>
                  </a:cubicBezTo>
                  <a:cubicBezTo>
                    <a:pt x="39509" y="58472"/>
                    <a:pt x="40284" y="57993"/>
                    <a:pt x="40992" y="57489"/>
                  </a:cubicBezTo>
                  <a:cubicBezTo>
                    <a:pt x="41218" y="57327"/>
                    <a:pt x="41436" y="57164"/>
                    <a:pt x="41648" y="56998"/>
                  </a:cubicBezTo>
                  <a:cubicBezTo>
                    <a:pt x="42516" y="56316"/>
                    <a:pt x="43269" y="55598"/>
                    <a:pt x="43922" y="54860"/>
                  </a:cubicBezTo>
                  <a:cubicBezTo>
                    <a:pt x="44026" y="54743"/>
                    <a:pt x="44127" y="54627"/>
                    <a:pt x="44224" y="54508"/>
                  </a:cubicBezTo>
                  <a:cubicBezTo>
                    <a:pt x="44381" y="54323"/>
                    <a:pt x="44530" y="54135"/>
                    <a:pt x="44675" y="53947"/>
                  </a:cubicBezTo>
                  <a:cubicBezTo>
                    <a:pt x="44910" y="53641"/>
                    <a:pt x="45129" y="53335"/>
                    <a:pt x="45333" y="53026"/>
                  </a:cubicBezTo>
                  <a:cubicBezTo>
                    <a:pt x="46296" y="51577"/>
                    <a:pt x="46930" y="50134"/>
                    <a:pt x="47347" y="48854"/>
                  </a:cubicBezTo>
                  <a:cubicBezTo>
                    <a:pt x="47460" y="48501"/>
                    <a:pt x="47504" y="48336"/>
                    <a:pt x="47522" y="48255"/>
                  </a:cubicBezTo>
                  <a:cubicBezTo>
                    <a:pt x="48165" y="46017"/>
                    <a:pt x="48142" y="44414"/>
                    <a:pt x="48142" y="44414"/>
                  </a:cubicBezTo>
                  <a:lnTo>
                    <a:pt x="48142" y="44254"/>
                  </a:lnTo>
                  <a:lnTo>
                    <a:pt x="48142" y="33913"/>
                  </a:lnTo>
                  <a:lnTo>
                    <a:pt x="48142" y="33601"/>
                  </a:lnTo>
                  <a:lnTo>
                    <a:pt x="48142" y="29223"/>
                  </a:lnTo>
                  <a:lnTo>
                    <a:pt x="48142" y="24178"/>
                  </a:lnTo>
                  <a:lnTo>
                    <a:pt x="48142" y="22453"/>
                  </a:lnTo>
                  <a:lnTo>
                    <a:pt x="48142" y="17522"/>
                  </a:lnTo>
                  <a:cubicBezTo>
                    <a:pt x="48142" y="17522"/>
                    <a:pt x="48151" y="16966"/>
                    <a:pt x="48026" y="16053"/>
                  </a:cubicBezTo>
                  <a:cubicBezTo>
                    <a:pt x="47450" y="11836"/>
                    <a:pt x="44057" y="0"/>
                    <a:pt x="24082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3">
              <a:extLst>
                <a:ext uri="{FF2B5EF4-FFF2-40B4-BE49-F238E27FC236}">
                  <a16:creationId xmlns:a16="http://schemas.microsoft.com/office/drawing/2014/main" id="{BCACE329-ACC0-579B-2DF0-1E7B0FB35414}"/>
                </a:ext>
              </a:extLst>
            </p:cNvPr>
            <p:cNvSpPr/>
            <p:nvPr/>
          </p:nvSpPr>
          <p:spPr>
            <a:xfrm>
              <a:off x="4329950" y="3375075"/>
              <a:ext cx="1204325" cy="1548375"/>
            </a:xfrm>
            <a:custGeom>
              <a:avLst/>
              <a:gdLst/>
              <a:ahLst/>
              <a:cxnLst/>
              <a:rect l="l" t="t" r="r" b="b"/>
              <a:pathLst>
                <a:path w="48173" h="61935" extrusionOk="0">
                  <a:moveTo>
                    <a:pt x="47529" y="48253"/>
                  </a:moveTo>
                  <a:cubicBezTo>
                    <a:pt x="47474" y="48449"/>
                    <a:pt x="47411" y="48651"/>
                    <a:pt x="47346" y="48856"/>
                  </a:cubicBezTo>
                  <a:cubicBezTo>
                    <a:pt x="46928" y="50136"/>
                    <a:pt x="46294" y="51581"/>
                    <a:pt x="45330" y="53030"/>
                  </a:cubicBezTo>
                  <a:cubicBezTo>
                    <a:pt x="45127" y="53336"/>
                    <a:pt x="44909" y="53643"/>
                    <a:pt x="44674" y="53950"/>
                  </a:cubicBezTo>
                  <a:cubicBezTo>
                    <a:pt x="44529" y="54137"/>
                    <a:pt x="44380" y="54325"/>
                    <a:pt x="44223" y="54512"/>
                  </a:cubicBezTo>
                  <a:cubicBezTo>
                    <a:pt x="44125" y="54630"/>
                    <a:pt x="44025" y="54747"/>
                    <a:pt x="43921" y="54864"/>
                  </a:cubicBezTo>
                  <a:cubicBezTo>
                    <a:pt x="43268" y="55599"/>
                    <a:pt x="42515" y="56320"/>
                    <a:pt x="41646" y="57002"/>
                  </a:cubicBezTo>
                  <a:cubicBezTo>
                    <a:pt x="41434" y="57167"/>
                    <a:pt x="41216" y="57332"/>
                    <a:pt x="40991" y="57492"/>
                  </a:cubicBezTo>
                  <a:cubicBezTo>
                    <a:pt x="40284" y="57997"/>
                    <a:pt x="39509" y="58476"/>
                    <a:pt x="38654" y="58918"/>
                  </a:cubicBezTo>
                  <a:lnTo>
                    <a:pt x="38654" y="58918"/>
                  </a:lnTo>
                  <a:cubicBezTo>
                    <a:pt x="38544" y="58977"/>
                    <a:pt x="38431" y="59034"/>
                    <a:pt x="38319" y="59089"/>
                  </a:cubicBezTo>
                  <a:cubicBezTo>
                    <a:pt x="37890" y="59301"/>
                    <a:pt x="37445" y="59505"/>
                    <a:pt x="36980" y="59700"/>
                  </a:cubicBezTo>
                  <a:cubicBezTo>
                    <a:pt x="36774" y="59787"/>
                    <a:pt x="36565" y="59870"/>
                    <a:pt x="36351" y="59952"/>
                  </a:cubicBezTo>
                  <a:cubicBezTo>
                    <a:pt x="35995" y="60090"/>
                    <a:pt x="35627" y="60219"/>
                    <a:pt x="35247" y="60345"/>
                  </a:cubicBezTo>
                  <a:cubicBezTo>
                    <a:pt x="35098" y="60393"/>
                    <a:pt x="34947" y="60442"/>
                    <a:pt x="34793" y="60489"/>
                  </a:cubicBezTo>
                  <a:cubicBezTo>
                    <a:pt x="33512" y="60887"/>
                    <a:pt x="32107" y="61215"/>
                    <a:pt x="30568" y="61458"/>
                  </a:cubicBezTo>
                  <a:cubicBezTo>
                    <a:pt x="30319" y="61498"/>
                    <a:pt x="30067" y="61535"/>
                    <a:pt x="29811" y="61569"/>
                  </a:cubicBezTo>
                  <a:cubicBezTo>
                    <a:pt x="28198" y="61788"/>
                    <a:pt x="26444" y="61915"/>
                    <a:pt x="24538" y="61931"/>
                  </a:cubicBezTo>
                  <a:cubicBezTo>
                    <a:pt x="24389" y="61934"/>
                    <a:pt x="24238" y="61934"/>
                    <a:pt x="24088" y="61934"/>
                  </a:cubicBezTo>
                  <a:lnTo>
                    <a:pt x="23807" y="61934"/>
                  </a:lnTo>
                  <a:cubicBezTo>
                    <a:pt x="21332" y="61920"/>
                    <a:pt x="19114" y="61723"/>
                    <a:pt x="17127" y="61380"/>
                  </a:cubicBezTo>
                  <a:cubicBezTo>
                    <a:pt x="17115" y="61379"/>
                    <a:pt x="17104" y="61377"/>
                    <a:pt x="17092" y="61375"/>
                  </a:cubicBezTo>
                  <a:cubicBezTo>
                    <a:pt x="14996" y="61011"/>
                    <a:pt x="13156" y="60487"/>
                    <a:pt x="11543" y="59844"/>
                  </a:cubicBezTo>
                  <a:cubicBezTo>
                    <a:pt x="11431" y="59799"/>
                    <a:pt x="11320" y="59753"/>
                    <a:pt x="11210" y="59709"/>
                  </a:cubicBezTo>
                  <a:cubicBezTo>
                    <a:pt x="11207" y="59707"/>
                    <a:pt x="11205" y="59707"/>
                    <a:pt x="11202" y="59704"/>
                  </a:cubicBezTo>
                  <a:cubicBezTo>
                    <a:pt x="10978" y="59611"/>
                    <a:pt x="10756" y="59515"/>
                    <a:pt x="10541" y="59418"/>
                  </a:cubicBezTo>
                  <a:cubicBezTo>
                    <a:pt x="10335" y="59325"/>
                    <a:pt x="10136" y="59230"/>
                    <a:pt x="9937" y="59132"/>
                  </a:cubicBezTo>
                  <a:cubicBezTo>
                    <a:pt x="9672" y="59002"/>
                    <a:pt x="9415" y="58868"/>
                    <a:pt x="9164" y="58733"/>
                  </a:cubicBezTo>
                  <a:cubicBezTo>
                    <a:pt x="7752" y="57962"/>
                    <a:pt x="6559" y="57094"/>
                    <a:pt x="5547" y="56176"/>
                  </a:cubicBezTo>
                  <a:cubicBezTo>
                    <a:pt x="5290" y="55944"/>
                    <a:pt x="5046" y="55707"/>
                    <a:pt x="4814" y="55469"/>
                  </a:cubicBezTo>
                  <a:cubicBezTo>
                    <a:pt x="3780" y="54409"/>
                    <a:pt x="2970" y="53302"/>
                    <a:pt x="2332" y="52215"/>
                  </a:cubicBezTo>
                  <a:cubicBezTo>
                    <a:pt x="2279" y="52124"/>
                    <a:pt x="2226" y="52033"/>
                    <a:pt x="2176" y="51941"/>
                  </a:cubicBezTo>
                  <a:cubicBezTo>
                    <a:pt x="1866" y="51387"/>
                    <a:pt x="1600" y="50842"/>
                    <a:pt x="1375" y="50310"/>
                  </a:cubicBezTo>
                  <a:cubicBezTo>
                    <a:pt x="1358" y="50275"/>
                    <a:pt x="1344" y="50239"/>
                    <a:pt x="1329" y="50204"/>
                  </a:cubicBezTo>
                  <a:cubicBezTo>
                    <a:pt x="1184" y="49863"/>
                    <a:pt x="1057" y="49529"/>
                    <a:pt x="945" y="49204"/>
                  </a:cubicBezTo>
                  <a:cubicBezTo>
                    <a:pt x="814" y="48832"/>
                    <a:pt x="702" y="48470"/>
                    <a:pt x="605" y="48125"/>
                  </a:cubicBezTo>
                  <a:cubicBezTo>
                    <a:pt x="1" y="45957"/>
                    <a:pt x="22" y="44413"/>
                    <a:pt x="22" y="44413"/>
                  </a:cubicBezTo>
                  <a:lnTo>
                    <a:pt x="22" y="44309"/>
                  </a:lnTo>
                  <a:lnTo>
                    <a:pt x="22" y="22451"/>
                  </a:lnTo>
                  <a:lnTo>
                    <a:pt x="22" y="17523"/>
                  </a:lnTo>
                  <a:cubicBezTo>
                    <a:pt x="22" y="17523"/>
                    <a:pt x="9" y="16698"/>
                    <a:pt x="239" y="15409"/>
                  </a:cubicBezTo>
                  <a:cubicBezTo>
                    <a:pt x="1070" y="10748"/>
                    <a:pt x="5046" y="1"/>
                    <a:pt x="24083" y="1"/>
                  </a:cubicBezTo>
                  <a:cubicBezTo>
                    <a:pt x="44057" y="1"/>
                    <a:pt x="47451" y="11835"/>
                    <a:pt x="48025" y="16052"/>
                  </a:cubicBezTo>
                  <a:cubicBezTo>
                    <a:pt x="48150" y="16968"/>
                    <a:pt x="48142" y="17523"/>
                    <a:pt x="48142" y="17523"/>
                  </a:cubicBezTo>
                  <a:lnTo>
                    <a:pt x="48142" y="22453"/>
                  </a:lnTo>
                  <a:lnTo>
                    <a:pt x="48142" y="44252"/>
                  </a:lnTo>
                  <a:lnTo>
                    <a:pt x="48142" y="44412"/>
                  </a:lnTo>
                  <a:cubicBezTo>
                    <a:pt x="48142" y="44412"/>
                    <a:pt x="48172" y="46015"/>
                    <a:pt x="47529" y="48253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3">
              <a:extLst>
                <a:ext uri="{FF2B5EF4-FFF2-40B4-BE49-F238E27FC236}">
                  <a16:creationId xmlns:a16="http://schemas.microsoft.com/office/drawing/2014/main" id="{84F8FF3C-0E6F-756D-7EFE-394429481528}"/>
                </a:ext>
              </a:extLst>
            </p:cNvPr>
            <p:cNvSpPr/>
            <p:nvPr/>
          </p:nvSpPr>
          <p:spPr>
            <a:xfrm>
              <a:off x="4710775" y="3554750"/>
              <a:ext cx="12650" cy="140000"/>
            </a:xfrm>
            <a:custGeom>
              <a:avLst/>
              <a:gdLst/>
              <a:ahLst/>
              <a:cxnLst/>
              <a:rect l="l" t="t" r="r" b="b"/>
              <a:pathLst>
                <a:path w="506" h="5600" extrusionOk="0">
                  <a:moveTo>
                    <a:pt x="257" y="1"/>
                  </a:moveTo>
                  <a:cubicBezTo>
                    <a:pt x="182" y="1"/>
                    <a:pt x="122" y="25"/>
                    <a:pt x="73" y="73"/>
                  </a:cubicBezTo>
                  <a:cubicBezTo>
                    <a:pt x="26" y="121"/>
                    <a:pt x="1" y="179"/>
                    <a:pt x="1" y="249"/>
                  </a:cubicBezTo>
                  <a:lnTo>
                    <a:pt x="1" y="5354"/>
                  </a:lnTo>
                  <a:cubicBezTo>
                    <a:pt x="1" y="5423"/>
                    <a:pt x="22" y="5480"/>
                    <a:pt x="66" y="5529"/>
                  </a:cubicBezTo>
                  <a:cubicBezTo>
                    <a:pt x="109" y="5576"/>
                    <a:pt x="171" y="5600"/>
                    <a:pt x="250" y="5600"/>
                  </a:cubicBezTo>
                  <a:cubicBezTo>
                    <a:pt x="314" y="5600"/>
                    <a:pt x="372" y="5578"/>
                    <a:pt x="422" y="5529"/>
                  </a:cubicBezTo>
                  <a:cubicBezTo>
                    <a:pt x="473" y="5482"/>
                    <a:pt x="500" y="5423"/>
                    <a:pt x="506" y="5354"/>
                  </a:cubicBezTo>
                  <a:lnTo>
                    <a:pt x="506" y="249"/>
                  </a:lnTo>
                  <a:cubicBezTo>
                    <a:pt x="506" y="179"/>
                    <a:pt x="479" y="122"/>
                    <a:pt x="429" y="73"/>
                  </a:cubicBezTo>
                  <a:cubicBezTo>
                    <a:pt x="379" y="26"/>
                    <a:pt x="321" y="1"/>
                    <a:pt x="257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E1A3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3">
              <a:extLst>
                <a:ext uri="{FF2B5EF4-FFF2-40B4-BE49-F238E27FC236}">
                  <a16:creationId xmlns:a16="http://schemas.microsoft.com/office/drawing/2014/main" id="{94764041-9D45-C38B-B974-9C2643C7AFB5}"/>
                </a:ext>
              </a:extLst>
            </p:cNvPr>
            <p:cNvSpPr/>
            <p:nvPr/>
          </p:nvSpPr>
          <p:spPr>
            <a:xfrm>
              <a:off x="4760825" y="3554725"/>
              <a:ext cx="108025" cy="140075"/>
            </a:xfrm>
            <a:custGeom>
              <a:avLst/>
              <a:gdLst/>
              <a:ahLst/>
              <a:cxnLst/>
              <a:rect l="l" t="t" r="r" b="b"/>
              <a:pathLst>
                <a:path w="4321" h="5603" extrusionOk="0">
                  <a:moveTo>
                    <a:pt x="231" y="1"/>
                  </a:moveTo>
                  <a:cubicBezTo>
                    <a:pt x="167" y="1"/>
                    <a:pt x="113" y="21"/>
                    <a:pt x="67" y="65"/>
                  </a:cubicBezTo>
                  <a:cubicBezTo>
                    <a:pt x="22" y="106"/>
                    <a:pt x="0" y="166"/>
                    <a:pt x="0" y="241"/>
                  </a:cubicBezTo>
                  <a:lnTo>
                    <a:pt x="0" y="5385"/>
                  </a:lnTo>
                  <a:cubicBezTo>
                    <a:pt x="0" y="5442"/>
                    <a:pt x="18" y="5494"/>
                    <a:pt x="59" y="5537"/>
                  </a:cubicBezTo>
                  <a:cubicBezTo>
                    <a:pt x="99" y="5580"/>
                    <a:pt x="153" y="5601"/>
                    <a:pt x="223" y="5601"/>
                  </a:cubicBezTo>
                  <a:cubicBezTo>
                    <a:pt x="287" y="5601"/>
                    <a:pt x="338" y="5580"/>
                    <a:pt x="383" y="5537"/>
                  </a:cubicBezTo>
                  <a:cubicBezTo>
                    <a:pt x="426" y="5495"/>
                    <a:pt x="447" y="5444"/>
                    <a:pt x="447" y="5385"/>
                  </a:cubicBezTo>
                  <a:lnTo>
                    <a:pt x="447" y="903"/>
                  </a:lnTo>
                  <a:lnTo>
                    <a:pt x="3879" y="5523"/>
                  </a:lnTo>
                  <a:cubicBezTo>
                    <a:pt x="3900" y="5548"/>
                    <a:pt x="3928" y="5568"/>
                    <a:pt x="3962" y="5581"/>
                  </a:cubicBezTo>
                  <a:cubicBezTo>
                    <a:pt x="3997" y="5595"/>
                    <a:pt x="4035" y="5602"/>
                    <a:pt x="4071" y="5602"/>
                  </a:cubicBezTo>
                  <a:cubicBezTo>
                    <a:pt x="4135" y="5602"/>
                    <a:pt x="4192" y="5580"/>
                    <a:pt x="4244" y="5534"/>
                  </a:cubicBezTo>
                  <a:cubicBezTo>
                    <a:pt x="4294" y="5490"/>
                    <a:pt x="4320" y="5427"/>
                    <a:pt x="4320" y="5348"/>
                  </a:cubicBezTo>
                  <a:lnTo>
                    <a:pt x="4320" y="227"/>
                  </a:lnTo>
                  <a:cubicBezTo>
                    <a:pt x="4320" y="163"/>
                    <a:pt x="4301" y="110"/>
                    <a:pt x="4260" y="67"/>
                  </a:cubicBezTo>
                  <a:cubicBezTo>
                    <a:pt x="4220" y="24"/>
                    <a:pt x="4167" y="2"/>
                    <a:pt x="4097" y="2"/>
                  </a:cubicBezTo>
                  <a:cubicBezTo>
                    <a:pt x="4035" y="2"/>
                    <a:pt x="3980" y="24"/>
                    <a:pt x="3936" y="65"/>
                  </a:cubicBezTo>
                  <a:cubicBezTo>
                    <a:pt x="3893" y="109"/>
                    <a:pt x="3872" y="161"/>
                    <a:pt x="3872" y="225"/>
                  </a:cubicBezTo>
                  <a:lnTo>
                    <a:pt x="3872" y="4734"/>
                  </a:lnTo>
                  <a:lnTo>
                    <a:pt x="425" y="90"/>
                  </a:lnTo>
                  <a:cubicBezTo>
                    <a:pt x="401" y="58"/>
                    <a:pt x="372" y="35"/>
                    <a:pt x="335" y="21"/>
                  </a:cubicBezTo>
                  <a:cubicBezTo>
                    <a:pt x="297" y="7"/>
                    <a:pt x="262" y="1"/>
                    <a:pt x="231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E1A3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3">
              <a:extLst>
                <a:ext uri="{FF2B5EF4-FFF2-40B4-BE49-F238E27FC236}">
                  <a16:creationId xmlns:a16="http://schemas.microsoft.com/office/drawing/2014/main" id="{EAB7E21B-271B-E7A0-3ED9-A83986767E10}"/>
                </a:ext>
              </a:extLst>
            </p:cNvPr>
            <p:cNvSpPr/>
            <p:nvPr/>
          </p:nvSpPr>
          <p:spPr>
            <a:xfrm>
              <a:off x="4894450" y="3554725"/>
              <a:ext cx="107225" cy="140075"/>
            </a:xfrm>
            <a:custGeom>
              <a:avLst/>
              <a:gdLst/>
              <a:ahLst/>
              <a:cxnLst/>
              <a:rect l="l" t="t" r="r" b="b"/>
              <a:pathLst>
                <a:path w="4289" h="5603" extrusionOk="0">
                  <a:moveTo>
                    <a:pt x="242" y="1"/>
                  </a:moveTo>
                  <a:cubicBezTo>
                    <a:pt x="176" y="1"/>
                    <a:pt x="120" y="21"/>
                    <a:pt x="72" y="65"/>
                  </a:cubicBezTo>
                  <a:cubicBezTo>
                    <a:pt x="26" y="109"/>
                    <a:pt x="1" y="165"/>
                    <a:pt x="1" y="234"/>
                  </a:cubicBezTo>
                  <a:cubicBezTo>
                    <a:pt x="1" y="298"/>
                    <a:pt x="23" y="350"/>
                    <a:pt x="72" y="394"/>
                  </a:cubicBezTo>
                  <a:cubicBezTo>
                    <a:pt x="120" y="438"/>
                    <a:pt x="176" y="458"/>
                    <a:pt x="242" y="458"/>
                  </a:cubicBezTo>
                  <a:lnTo>
                    <a:pt x="242" y="457"/>
                  </a:lnTo>
                  <a:lnTo>
                    <a:pt x="1888" y="457"/>
                  </a:lnTo>
                  <a:lnTo>
                    <a:pt x="1888" y="5363"/>
                  </a:lnTo>
                  <a:cubicBezTo>
                    <a:pt x="1888" y="5427"/>
                    <a:pt x="1912" y="5483"/>
                    <a:pt x="1960" y="5531"/>
                  </a:cubicBezTo>
                  <a:cubicBezTo>
                    <a:pt x="2009" y="5579"/>
                    <a:pt x="2069" y="5602"/>
                    <a:pt x="2144" y="5602"/>
                  </a:cubicBezTo>
                  <a:cubicBezTo>
                    <a:pt x="2214" y="5602"/>
                    <a:pt x="2274" y="5579"/>
                    <a:pt x="2322" y="5531"/>
                  </a:cubicBezTo>
                  <a:cubicBezTo>
                    <a:pt x="2368" y="5483"/>
                    <a:pt x="2393" y="5427"/>
                    <a:pt x="2393" y="5363"/>
                  </a:cubicBezTo>
                  <a:lnTo>
                    <a:pt x="2393" y="457"/>
                  </a:lnTo>
                  <a:lnTo>
                    <a:pt x="4042" y="457"/>
                  </a:lnTo>
                  <a:cubicBezTo>
                    <a:pt x="4112" y="457"/>
                    <a:pt x="4169" y="438"/>
                    <a:pt x="4218" y="397"/>
                  </a:cubicBezTo>
                  <a:cubicBezTo>
                    <a:pt x="4265" y="357"/>
                    <a:pt x="4289" y="304"/>
                    <a:pt x="4289" y="234"/>
                  </a:cubicBezTo>
                  <a:cubicBezTo>
                    <a:pt x="4289" y="165"/>
                    <a:pt x="4267" y="109"/>
                    <a:pt x="4218" y="65"/>
                  </a:cubicBezTo>
                  <a:cubicBezTo>
                    <a:pt x="4170" y="21"/>
                    <a:pt x="4112" y="1"/>
                    <a:pt x="4042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E1A3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3">
              <a:extLst>
                <a:ext uri="{FF2B5EF4-FFF2-40B4-BE49-F238E27FC236}">
                  <a16:creationId xmlns:a16="http://schemas.microsoft.com/office/drawing/2014/main" id="{C0C91C68-5DE0-66E7-98D4-650CC9329EC9}"/>
                </a:ext>
              </a:extLst>
            </p:cNvPr>
            <p:cNvSpPr/>
            <p:nvPr/>
          </p:nvSpPr>
          <p:spPr>
            <a:xfrm>
              <a:off x="5013800" y="3552750"/>
              <a:ext cx="134325" cy="144075"/>
            </a:xfrm>
            <a:custGeom>
              <a:avLst/>
              <a:gdLst/>
              <a:ahLst/>
              <a:cxnLst/>
              <a:rect l="l" t="t" r="r" b="b"/>
              <a:pathLst>
                <a:path w="5373" h="5763" extrusionOk="0">
                  <a:moveTo>
                    <a:pt x="2692" y="480"/>
                  </a:moveTo>
                  <a:cubicBezTo>
                    <a:pt x="3118" y="480"/>
                    <a:pt x="3492" y="581"/>
                    <a:pt x="3815" y="785"/>
                  </a:cubicBezTo>
                  <a:cubicBezTo>
                    <a:pt x="4138" y="987"/>
                    <a:pt x="4393" y="1268"/>
                    <a:pt x="4579" y="1629"/>
                  </a:cubicBezTo>
                  <a:cubicBezTo>
                    <a:pt x="4766" y="1989"/>
                    <a:pt x="4859" y="2407"/>
                    <a:pt x="4859" y="2881"/>
                  </a:cubicBezTo>
                  <a:cubicBezTo>
                    <a:pt x="4859" y="3356"/>
                    <a:pt x="4767" y="3773"/>
                    <a:pt x="4579" y="4134"/>
                  </a:cubicBezTo>
                  <a:cubicBezTo>
                    <a:pt x="4393" y="4494"/>
                    <a:pt x="4138" y="4775"/>
                    <a:pt x="3815" y="4977"/>
                  </a:cubicBezTo>
                  <a:cubicBezTo>
                    <a:pt x="3494" y="5180"/>
                    <a:pt x="3118" y="5282"/>
                    <a:pt x="2692" y="5282"/>
                  </a:cubicBezTo>
                  <a:cubicBezTo>
                    <a:pt x="2270" y="5282"/>
                    <a:pt x="1897" y="5180"/>
                    <a:pt x="1568" y="4977"/>
                  </a:cubicBezTo>
                  <a:cubicBezTo>
                    <a:pt x="1239" y="4775"/>
                    <a:pt x="983" y="4494"/>
                    <a:pt x="799" y="4134"/>
                  </a:cubicBezTo>
                  <a:cubicBezTo>
                    <a:pt x="614" y="3773"/>
                    <a:pt x="522" y="3356"/>
                    <a:pt x="522" y="2881"/>
                  </a:cubicBezTo>
                  <a:cubicBezTo>
                    <a:pt x="522" y="2407"/>
                    <a:pt x="614" y="1989"/>
                    <a:pt x="799" y="1629"/>
                  </a:cubicBezTo>
                  <a:cubicBezTo>
                    <a:pt x="983" y="1268"/>
                    <a:pt x="1239" y="988"/>
                    <a:pt x="1568" y="785"/>
                  </a:cubicBezTo>
                  <a:cubicBezTo>
                    <a:pt x="1895" y="581"/>
                    <a:pt x="2270" y="480"/>
                    <a:pt x="2692" y="480"/>
                  </a:cubicBezTo>
                  <a:close/>
                  <a:moveTo>
                    <a:pt x="2691" y="0"/>
                  </a:moveTo>
                  <a:cubicBezTo>
                    <a:pt x="2296" y="0"/>
                    <a:pt x="1935" y="71"/>
                    <a:pt x="1609" y="212"/>
                  </a:cubicBezTo>
                  <a:cubicBezTo>
                    <a:pt x="1282" y="354"/>
                    <a:pt x="1001" y="553"/>
                    <a:pt x="760" y="813"/>
                  </a:cubicBezTo>
                  <a:cubicBezTo>
                    <a:pt x="521" y="1070"/>
                    <a:pt x="335" y="1374"/>
                    <a:pt x="201" y="1725"/>
                  </a:cubicBezTo>
                  <a:cubicBezTo>
                    <a:pt x="67" y="2074"/>
                    <a:pt x="1" y="2459"/>
                    <a:pt x="1" y="2881"/>
                  </a:cubicBezTo>
                  <a:cubicBezTo>
                    <a:pt x="1" y="3304"/>
                    <a:pt x="67" y="3688"/>
                    <a:pt x="201" y="4038"/>
                  </a:cubicBezTo>
                  <a:cubicBezTo>
                    <a:pt x="335" y="4387"/>
                    <a:pt x="521" y="4690"/>
                    <a:pt x="760" y="4949"/>
                  </a:cubicBezTo>
                  <a:cubicBezTo>
                    <a:pt x="1001" y="5208"/>
                    <a:pt x="1285" y="5409"/>
                    <a:pt x="1609" y="5549"/>
                  </a:cubicBezTo>
                  <a:cubicBezTo>
                    <a:pt x="1935" y="5691"/>
                    <a:pt x="2296" y="5762"/>
                    <a:pt x="2691" y="5762"/>
                  </a:cubicBezTo>
                  <a:cubicBezTo>
                    <a:pt x="3080" y="5762"/>
                    <a:pt x="3438" y="5691"/>
                    <a:pt x="3767" y="5549"/>
                  </a:cubicBezTo>
                  <a:cubicBezTo>
                    <a:pt x="4096" y="5409"/>
                    <a:pt x="4379" y="5208"/>
                    <a:pt x="4620" y="4949"/>
                  </a:cubicBezTo>
                  <a:cubicBezTo>
                    <a:pt x="4859" y="4692"/>
                    <a:pt x="5046" y="4387"/>
                    <a:pt x="5176" y="4038"/>
                  </a:cubicBezTo>
                  <a:cubicBezTo>
                    <a:pt x="5307" y="3688"/>
                    <a:pt x="5373" y="3301"/>
                    <a:pt x="5373" y="2881"/>
                  </a:cubicBezTo>
                  <a:cubicBezTo>
                    <a:pt x="5373" y="2459"/>
                    <a:pt x="5307" y="2075"/>
                    <a:pt x="5176" y="1725"/>
                  </a:cubicBezTo>
                  <a:cubicBezTo>
                    <a:pt x="5044" y="1377"/>
                    <a:pt x="4859" y="1072"/>
                    <a:pt x="4620" y="813"/>
                  </a:cubicBezTo>
                  <a:cubicBezTo>
                    <a:pt x="4379" y="553"/>
                    <a:pt x="4096" y="354"/>
                    <a:pt x="3767" y="212"/>
                  </a:cubicBezTo>
                  <a:cubicBezTo>
                    <a:pt x="3438" y="71"/>
                    <a:pt x="3080" y="0"/>
                    <a:pt x="2691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E1A3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3">
              <a:extLst>
                <a:ext uri="{FF2B5EF4-FFF2-40B4-BE49-F238E27FC236}">
                  <a16:creationId xmlns:a16="http://schemas.microsoft.com/office/drawing/2014/main" id="{9F2E04B8-F8AC-7C13-3471-B8575715ABA3}"/>
                </a:ext>
              </a:extLst>
            </p:cNvPr>
            <p:cNvSpPr/>
            <p:nvPr/>
          </p:nvSpPr>
          <p:spPr>
            <a:xfrm>
              <a:off x="4564575" y="3745025"/>
              <a:ext cx="95600" cy="118175"/>
            </a:xfrm>
            <a:custGeom>
              <a:avLst/>
              <a:gdLst/>
              <a:ahLst/>
              <a:cxnLst/>
              <a:rect l="l" t="t" r="r" b="b"/>
              <a:pathLst>
                <a:path w="3824" h="4727" extrusionOk="0">
                  <a:moveTo>
                    <a:pt x="413" y="0"/>
                  </a:moveTo>
                  <a:cubicBezTo>
                    <a:pt x="296" y="0"/>
                    <a:pt x="197" y="35"/>
                    <a:pt x="119" y="104"/>
                  </a:cubicBezTo>
                  <a:cubicBezTo>
                    <a:pt x="41" y="174"/>
                    <a:pt x="1" y="267"/>
                    <a:pt x="1" y="384"/>
                  </a:cubicBezTo>
                  <a:cubicBezTo>
                    <a:pt x="1" y="501"/>
                    <a:pt x="41" y="597"/>
                    <a:pt x="119" y="668"/>
                  </a:cubicBezTo>
                  <a:cubicBezTo>
                    <a:pt x="197" y="739"/>
                    <a:pt x="296" y="775"/>
                    <a:pt x="413" y="775"/>
                  </a:cubicBezTo>
                  <a:lnTo>
                    <a:pt x="1472" y="775"/>
                  </a:lnTo>
                  <a:lnTo>
                    <a:pt x="1472" y="4314"/>
                  </a:lnTo>
                  <a:cubicBezTo>
                    <a:pt x="1472" y="4431"/>
                    <a:pt x="1512" y="4530"/>
                    <a:pt x="1594" y="4608"/>
                  </a:cubicBezTo>
                  <a:cubicBezTo>
                    <a:pt x="1675" y="4687"/>
                    <a:pt x="1778" y="4726"/>
                    <a:pt x="1906" y="4726"/>
                  </a:cubicBezTo>
                  <a:cubicBezTo>
                    <a:pt x="2035" y="4726"/>
                    <a:pt x="2142" y="4687"/>
                    <a:pt x="2226" y="4608"/>
                  </a:cubicBezTo>
                  <a:cubicBezTo>
                    <a:pt x="2310" y="4530"/>
                    <a:pt x="2351" y="4431"/>
                    <a:pt x="2351" y="4314"/>
                  </a:cubicBezTo>
                  <a:lnTo>
                    <a:pt x="2351" y="775"/>
                  </a:lnTo>
                  <a:lnTo>
                    <a:pt x="3412" y="775"/>
                  </a:lnTo>
                  <a:cubicBezTo>
                    <a:pt x="3529" y="775"/>
                    <a:pt x="3627" y="740"/>
                    <a:pt x="3705" y="671"/>
                  </a:cubicBezTo>
                  <a:cubicBezTo>
                    <a:pt x="3785" y="601"/>
                    <a:pt x="3824" y="508"/>
                    <a:pt x="3824" y="391"/>
                  </a:cubicBezTo>
                  <a:cubicBezTo>
                    <a:pt x="3824" y="276"/>
                    <a:pt x="3785" y="180"/>
                    <a:pt x="3705" y="109"/>
                  </a:cubicBezTo>
                  <a:cubicBezTo>
                    <a:pt x="3627" y="36"/>
                    <a:pt x="3529" y="0"/>
                    <a:pt x="341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3">
              <a:extLst>
                <a:ext uri="{FF2B5EF4-FFF2-40B4-BE49-F238E27FC236}">
                  <a16:creationId xmlns:a16="http://schemas.microsoft.com/office/drawing/2014/main" id="{77B5054C-579F-9862-1AD2-D8CF1B409977}"/>
                </a:ext>
              </a:extLst>
            </p:cNvPr>
            <p:cNvSpPr/>
            <p:nvPr/>
          </p:nvSpPr>
          <p:spPr>
            <a:xfrm>
              <a:off x="4677875" y="3744975"/>
              <a:ext cx="96150" cy="118225"/>
            </a:xfrm>
            <a:custGeom>
              <a:avLst/>
              <a:gdLst/>
              <a:ahLst/>
              <a:cxnLst/>
              <a:rect l="l" t="t" r="r" b="b"/>
              <a:pathLst>
                <a:path w="3846" h="4729" extrusionOk="0">
                  <a:moveTo>
                    <a:pt x="433" y="1"/>
                  </a:moveTo>
                  <a:cubicBezTo>
                    <a:pt x="306" y="1"/>
                    <a:pt x="203" y="41"/>
                    <a:pt x="123" y="119"/>
                  </a:cubicBezTo>
                  <a:cubicBezTo>
                    <a:pt x="40" y="197"/>
                    <a:pt x="0" y="296"/>
                    <a:pt x="0" y="413"/>
                  </a:cubicBezTo>
                  <a:lnTo>
                    <a:pt x="0" y="4316"/>
                  </a:lnTo>
                  <a:cubicBezTo>
                    <a:pt x="0" y="4433"/>
                    <a:pt x="39" y="4532"/>
                    <a:pt x="116" y="4610"/>
                  </a:cubicBezTo>
                  <a:cubicBezTo>
                    <a:pt x="192" y="4688"/>
                    <a:pt x="292" y="4728"/>
                    <a:pt x="419" y="4728"/>
                  </a:cubicBezTo>
                  <a:cubicBezTo>
                    <a:pt x="533" y="4728"/>
                    <a:pt x="632" y="4688"/>
                    <a:pt x="717" y="4610"/>
                  </a:cubicBezTo>
                  <a:cubicBezTo>
                    <a:pt x="802" y="4532"/>
                    <a:pt x="846" y="4433"/>
                    <a:pt x="846" y="4316"/>
                  </a:cubicBezTo>
                  <a:lnTo>
                    <a:pt x="846" y="2744"/>
                  </a:lnTo>
                  <a:lnTo>
                    <a:pt x="2999" y="2744"/>
                  </a:lnTo>
                  <a:lnTo>
                    <a:pt x="2999" y="4316"/>
                  </a:lnTo>
                  <a:cubicBezTo>
                    <a:pt x="2999" y="4433"/>
                    <a:pt x="3041" y="4532"/>
                    <a:pt x="3125" y="4610"/>
                  </a:cubicBezTo>
                  <a:cubicBezTo>
                    <a:pt x="3208" y="4688"/>
                    <a:pt x="3304" y="4728"/>
                    <a:pt x="3411" y="4728"/>
                  </a:cubicBezTo>
                  <a:cubicBezTo>
                    <a:pt x="3544" y="4728"/>
                    <a:pt x="3648" y="4688"/>
                    <a:pt x="3727" y="4610"/>
                  </a:cubicBezTo>
                  <a:cubicBezTo>
                    <a:pt x="3805" y="4532"/>
                    <a:pt x="3846" y="4433"/>
                    <a:pt x="3846" y="4316"/>
                  </a:cubicBezTo>
                  <a:lnTo>
                    <a:pt x="3846" y="413"/>
                  </a:lnTo>
                  <a:cubicBezTo>
                    <a:pt x="3846" y="296"/>
                    <a:pt x="3807" y="197"/>
                    <a:pt x="3730" y="119"/>
                  </a:cubicBezTo>
                  <a:cubicBezTo>
                    <a:pt x="3653" y="41"/>
                    <a:pt x="3551" y="1"/>
                    <a:pt x="3425" y="1"/>
                  </a:cubicBezTo>
                  <a:cubicBezTo>
                    <a:pt x="3313" y="1"/>
                    <a:pt x="3214" y="41"/>
                    <a:pt x="3129" y="119"/>
                  </a:cubicBezTo>
                  <a:cubicBezTo>
                    <a:pt x="3043" y="197"/>
                    <a:pt x="2999" y="296"/>
                    <a:pt x="2999" y="413"/>
                  </a:cubicBezTo>
                  <a:lnTo>
                    <a:pt x="2999" y="1966"/>
                  </a:lnTo>
                  <a:lnTo>
                    <a:pt x="846" y="1966"/>
                  </a:lnTo>
                  <a:lnTo>
                    <a:pt x="846" y="413"/>
                  </a:lnTo>
                  <a:cubicBezTo>
                    <a:pt x="846" y="296"/>
                    <a:pt x="805" y="197"/>
                    <a:pt x="721" y="119"/>
                  </a:cubicBezTo>
                  <a:cubicBezTo>
                    <a:pt x="638" y="41"/>
                    <a:pt x="542" y="1"/>
                    <a:pt x="433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3">
              <a:extLst>
                <a:ext uri="{FF2B5EF4-FFF2-40B4-BE49-F238E27FC236}">
                  <a16:creationId xmlns:a16="http://schemas.microsoft.com/office/drawing/2014/main" id="{AD46300E-2960-0312-9C4F-78DC5D607D6C}"/>
                </a:ext>
              </a:extLst>
            </p:cNvPr>
            <p:cNvSpPr/>
            <p:nvPr/>
          </p:nvSpPr>
          <p:spPr>
            <a:xfrm>
              <a:off x="4799250" y="3744975"/>
              <a:ext cx="77275" cy="118150"/>
            </a:xfrm>
            <a:custGeom>
              <a:avLst/>
              <a:gdLst/>
              <a:ahLst/>
              <a:cxnLst/>
              <a:rect l="l" t="t" r="r" b="b"/>
              <a:pathLst>
                <a:path w="3091" h="4726" extrusionOk="0">
                  <a:moveTo>
                    <a:pt x="414" y="1"/>
                  </a:moveTo>
                  <a:cubicBezTo>
                    <a:pt x="299" y="1"/>
                    <a:pt x="199" y="41"/>
                    <a:pt x="119" y="115"/>
                  </a:cubicBezTo>
                  <a:cubicBezTo>
                    <a:pt x="40" y="194"/>
                    <a:pt x="1" y="293"/>
                    <a:pt x="1" y="410"/>
                  </a:cubicBezTo>
                  <a:lnTo>
                    <a:pt x="1" y="4314"/>
                  </a:lnTo>
                  <a:cubicBezTo>
                    <a:pt x="1" y="4429"/>
                    <a:pt x="40" y="4529"/>
                    <a:pt x="119" y="4607"/>
                  </a:cubicBezTo>
                  <a:cubicBezTo>
                    <a:pt x="197" y="4685"/>
                    <a:pt x="296" y="4726"/>
                    <a:pt x="413" y="4726"/>
                  </a:cubicBezTo>
                  <a:lnTo>
                    <a:pt x="2676" y="4726"/>
                  </a:lnTo>
                  <a:cubicBezTo>
                    <a:pt x="2793" y="4726"/>
                    <a:pt x="2892" y="4689"/>
                    <a:pt x="2970" y="4617"/>
                  </a:cubicBezTo>
                  <a:cubicBezTo>
                    <a:pt x="3049" y="4546"/>
                    <a:pt x="3088" y="4454"/>
                    <a:pt x="3088" y="4342"/>
                  </a:cubicBezTo>
                  <a:cubicBezTo>
                    <a:pt x="3088" y="4239"/>
                    <a:pt x="3049" y="4147"/>
                    <a:pt x="2970" y="4067"/>
                  </a:cubicBezTo>
                  <a:cubicBezTo>
                    <a:pt x="2892" y="3989"/>
                    <a:pt x="2793" y="3949"/>
                    <a:pt x="2676" y="3949"/>
                  </a:cubicBezTo>
                  <a:lnTo>
                    <a:pt x="846" y="3949"/>
                  </a:lnTo>
                  <a:lnTo>
                    <a:pt x="846" y="2701"/>
                  </a:lnTo>
                  <a:lnTo>
                    <a:pt x="2374" y="2701"/>
                  </a:lnTo>
                  <a:cubicBezTo>
                    <a:pt x="2489" y="2701"/>
                    <a:pt x="2590" y="2666"/>
                    <a:pt x="2668" y="2596"/>
                  </a:cubicBezTo>
                  <a:cubicBezTo>
                    <a:pt x="2746" y="2527"/>
                    <a:pt x="2786" y="2436"/>
                    <a:pt x="2786" y="2323"/>
                  </a:cubicBezTo>
                  <a:cubicBezTo>
                    <a:pt x="2786" y="2207"/>
                    <a:pt x="2746" y="2111"/>
                    <a:pt x="2668" y="2035"/>
                  </a:cubicBezTo>
                  <a:cubicBezTo>
                    <a:pt x="2590" y="1962"/>
                    <a:pt x="2491" y="1924"/>
                    <a:pt x="2374" y="1924"/>
                  </a:cubicBezTo>
                  <a:lnTo>
                    <a:pt x="846" y="1924"/>
                  </a:lnTo>
                  <a:lnTo>
                    <a:pt x="846" y="776"/>
                  </a:lnTo>
                  <a:lnTo>
                    <a:pt x="2679" y="776"/>
                  </a:lnTo>
                  <a:cubicBezTo>
                    <a:pt x="2794" y="776"/>
                    <a:pt x="2894" y="741"/>
                    <a:pt x="2972" y="671"/>
                  </a:cubicBezTo>
                  <a:cubicBezTo>
                    <a:pt x="3050" y="602"/>
                    <a:pt x="3091" y="511"/>
                    <a:pt x="3091" y="399"/>
                  </a:cubicBezTo>
                  <a:cubicBezTo>
                    <a:pt x="3091" y="282"/>
                    <a:pt x="3050" y="186"/>
                    <a:pt x="2972" y="112"/>
                  </a:cubicBezTo>
                  <a:cubicBezTo>
                    <a:pt x="2894" y="37"/>
                    <a:pt x="2794" y="1"/>
                    <a:pt x="2679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3">
              <a:extLst>
                <a:ext uri="{FF2B5EF4-FFF2-40B4-BE49-F238E27FC236}">
                  <a16:creationId xmlns:a16="http://schemas.microsoft.com/office/drawing/2014/main" id="{66A622FE-830E-2ED6-5EE0-7369A61B1B85}"/>
                </a:ext>
              </a:extLst>
            </p:cNvPr>
            <p:cNvSpPr/>
            <p:nvPr/>
          </p:nvSpPr>
          <p:spPr>
            <a:xfrm>
              <a:off x="4926225" y="3744450"/>
              <a:ext cx="153850" cy="118825"/>
            </a:xfrm>
            <a:custGeom>
              <a:avLst/>
              <a:gdLst/>
              <a:ahLst/>
              <a:cxnLst/>
              <a:rect l="l" t="t" r="r" b="b"/>
              <a:pathLst>
                <a:path w="6154" h="4753" extrusionOk="0">
                  <a:moveTo>
                    <a:pt x="446" y="1"/>
                  </a:moveTo>
                  <a:cubicBezTo>
                    <a:pt x="341" y="1"/>
                    <a:pt x="241" y="40"/>
                    <a:pt x="144" y="119"/>
                  </a:cubicBezTo>
                  <a:cubicBezTo>
                    <a:pt x="49" y="197"/>
                    <a:pt x="0" y="303"/>
                    <a:pt x="0" y="439"/>
                  </a:cubicBezTo>
                  <a:cubicBezTo>
                    <a:pt x="0" y="481"/>
                    <a:pt x="7" y="525"/>
                    <a:pt x="21" y="574"/>
                  </a:cubicBezTo>
                  <a:lnTo>
                    <a:pt x="1352" y="4492"/>
                  </a:lnTo>
                  <a:cubicBezTo>
                    <a:pt x="1378" y="4574"/>
                    <a:pt x="1428" y="4635"/>
                    <a:pt x="1499" y="4678"/>
                  </a:cubicBezTo>
                  <a:cubicBezTo>
                    <a:pt x="1570" y="4722"/>
                    <a:pt x="1644" y="4745"/>
                    <a:pt x="1715" y="4749"/>
                  </a:cubicBezTo>
                  <a:cubicBezTo>
                    <a:pt x="1792" y="4749"/>
                    <a:pt x="1867" y="4727"/>
                    <a:pt x="1942" y="4683"/>
                  </a:cubicBezTo>
                  <a:cubicBezTo>
                    <a:pt x="2016" y="4637"/>
                    <a:pt x="2074" y="4571"/>
                    <a:pt x="2113" y="4485"/>
                  </a:cubicBezTo>
                  <a:lnTo>
                    <a:pt x="3078" y="2306"/>
                  </a:lnTo>
                  <a:lnTo>
                    <a:pt x="3078" y="2306"/>
                  </a:lnTo>
                  <a:lnTo>
                    <a:pt x="4039" y="4488"/>
                  </a:lnTo>
                  <a:cubicBezTo>
                    <a:pt x="4080" y="4574"/>
                    <a:pt x="4137" y="4638"/>
                    <a:pt x="4212" y="4684"/>
                  </a:cubicBezTo>
                  <a:cubicBezTo>
                    <a:pt x="4287" y="4729"/>
                    <a:pt x="4361" y="4752"/>
                    <a:pt x="4437" y="4752"/>
                  </a:cubicBezTo>
                  <a:cubicBezTo>
                    <a:pt x="4514" y="4747"/>
                    <a:pt x="4588" y="4724"/>
                    <a:pt x="4657" y="4680"/>
                  </a:cubicBezTo>
                  <a:cubicBezTo>
                    <a:pt x="4727" y="4637"/>
                    <a:pt x="4774" y="4575"/>
                    <a:pt x="4802" y="4493"/>
                  </a:cubicBezTo>
                  <a:lnTo>
                    <a:pt x="6133" y="576"/>
                  </a:lnTo>
                  <a:cubicBezTo>
                    <a:pt x="6146" y="525"/>
                    <a:pt x="6153" y="481"/>
                    <a:pt x="6153" y="441"/>
                  </a:cubicBezTo>
                  <a:cubicBezTo>
                    <a:pt x="6153" y="307"/>
                    <a:pt x="6105" y="198"/>
                    <a:pt x="6010" y="120"/>
                  </a:cubicBezTo>
                  <a:cubicBezTo>
                    <a:pt x="5915" y="43"/>
                    <a:pt x="5818" y="2"/>
                    <a:pt x="5714" y="2"/>
                  </a:cubicBezTo>
                  <a:cubicBezTo>
                    <a:pt x="5627" y="2"/>
                    <a:pt x="5547" y="24"/>
                    <a:pt x="5470" y="69"/>
                  </a:cubicBezTo>
                  <a:cubicBezTo>
                    <a:pt x="5394" y="114"/>
                    <a:pt x="5342" y="180"/>
                    <a:pt x="5314" y="265"/>
                  </a:cubicBezTo>
                  <a:lnTo>
                    <a:pt x="4314" y="3296"/>
                  </a:lnTo>
                  <a:lnTo>
                    <a:pt x="3483" y="1210"/>
                  </a:lnTo>
                  <a:cubicBezTo>
                    <a:pt x="3452" y="1128"/>
                    <a:pt x="3403" y="1064"/>
                    <a:pt x="3335" y="1017"/>
                  </a:cubicBezTo>
                  <a:cubicBezTo>
                    <a:pt x="3272" y="973"/>
                    <a:pt x="3202" y="951"/>
                    <a:pt x="3125" y="951"/>
                  </a:cubicBezTo>
                  <a:cubicBezTo>
                    <a:pt x="3119" y="951"/>
                    <a:pt x="3112" y="951"/>
                    <a:pt x="3105" y="951"/>
                  </a:cubicBezTo>
                  <a:cubicBezTo>
                    <a:pt x="3100" y="951"/>
                    <a:pt x="3095" y="951"/>
                    <a:pt x="3090" y="951"/>
                  </a:cubicBezTo>
                  <a:cubicBezTo>
                    <a:pt x="3011" y="951"/>
                    <a:pt x="2940" y="971"/>
                    <a:pt x="2876" y="1017"/>
                  </a:cubicBezTo>
                  <a:cubicBezTo>
                    <a:pt x="2808" y="1065"/>
                    <a:pt x="2758" y="1128"/>
                    <a:pt x="2721" y="1210"/>
                  </a:cubicBezTo>
                  <a:lnTo>
                    <a:pt x="1843" y="3318"/>
                  </a:lnTo>
                  <a:lnTo>
                    <a:pt x="837" y="265"/>
                  </a:lnTo>
                  <a:cubicBezTo>
                    <a:pt x="810" y="178"/>
                    <a:pt x="760" y="114"/>
                    <a:pt x="685" y="68"/>
                  </a:cubicBezTo>
                  <a:cubicBezTo>
                    <a:pt x="610" y="23"/>
                    <a:pt x="531" y="1"/>
                    <a:pt x="44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3">
              <a:extLst>
                <a:ext uri="{FF2B5EF4-FFF2-40B4-BE49-F238E27FC236}">
                  <a16:creationId xmlns:a16="http://schemas.microsoft.com/office/drawing/2014/main" id="{33C747A2-F4DC-E335-8896-A5431F8A6EDD}"/>
                </a:ext>
              </a:extLst>
            </p:cNvPr>
            <p:cNvSpPr/>
            <p:nvPr/>
          </p:nvSpPr>
          <p:spPr>
            <a:xfrm>
              <a:off x="5095350" y="3745025"/>
              <a:ext cx="21150" cy="118200"/>
            </a:xfrm>
            <a:custGeom>
              <a:avLst/>
              <a:gdLst/>
              <a:ahLst/>
              <a:cxnLst/>
              <a:rect l="l" t="t" r="r" b="b"/>
              <a:pathLst>
                <a:path w="846" h="4728" extrusionOk="0">
                  <a:moveTo>
                    <a:pt x="434" y="0"/>
                  </a:moveTo>
                  <a:cubicBezTo>
                    <a:pt x="307" y="0"/>
                    <a:pt x="204" y="40"/>
                    <a:pt x="122" y="118"/>
                  </a:cubicBezTo>
                  <a:cubicBezTo>
                    <a:pt x="40" y="196"/>
                    <a:pt x="1" y="295"/>
                    <a:pt x="1" y="412"/>
                  </a:cubicBezTo>
                  <a:lnTo>
                    <a:pt x="1" y="4316"/>
                  </a:lnTo>
                  <a:cubicBezTo>
                    <a:pt x="1" y="4433"/>
                    <a:pt x="38" y="4532"/>
                    <a:pt x="115" y="4610"/>
                  </a:cubicBezTo>
                  <a:cubicBezTo>
                    <a:pt x="191" y="4689"/>
                    <a:pt x="293" y="4728"/>
                    <a:pt x="420" y="4728"/>
                  </a:cubicBezTo>
                  <a:cubicBezTo>
                    <a:pt x="532" y="4728"/>
                    <a:pt x="633" y="4689"/>
                    <a:pt x="718" y="4610"/>
                  </a:cubicBezTo>
                  <a:cubicBezTo>
                    <a:pt x="802" y="4532"/>
                    <a:pt x="846" y="4433"/>
                    <a:pt x="846" y="4316"/>
                  </a:cubicBezTo>
                  <a:lnTo>
                    <a:pt x="846" y="412"/>
                  </a:lnTo>
                  <a:cubicBezTo>
                    <a:pt x="846" y="296"/>
                    <a:pt x="804" y="196"/>
                    <a:pt x="720" y="118"/>
                  </a:cubicBezTo>
                  <a:cubicBezTo>
                    <a:pt x="637" y="40"/>
                    <a:pt x="542" y="0"/>
                    <a:pt x="43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3">
              <a:extLst>
                <a:ext uri="{FF2B5EF4-FFF2-40B4-BE49-F238E27FC236}">
                  <a16:creationId xmlns:a16="http://schemas.microsoft.com/office/drawing/2014/main" id="{8E940FCC-13CE-0F16-EA11-9CDDCFAC5A5D}"/>
                </a:ext>
              </a:extLst>
            </p:cNvPr>
            <p:cNvSpPr/>
            <p:nvPr/>
          </p:nvSpPr>
          <p:spPr>
            <a:xfrm>
              <a:off x="5141800" y="3744975"/>
              <a:ext cx="75525" cy="118225"/>
            </a:xfrm>
            <a:custGeom>
              <a:avLst/>
              <a:gdLst/>
              <a:ahLst/>
              <a:cxnLst/>
              <a:rect l="l" t="t" r="r" b="b"/>
              <a:pathLst>
                <a:path w="3021" h="4729" extrusionOk="0">
                  <a:moveTo>
                    <a:pt x="434" y="1"/>
                  </a:moveTo>
                  <a:cubicBezTo>
                    <a:pt x="307" y="1"/>
                    <a:pt x="204" y="41"/>
                    <a:pt x="122" y="119"/>
                  </a:cubicBezTo>
                  <a:cubicBezTo>
                    <a:pt x="41" y="197"/>
                    <a:pt x="1" y="296"/>
                    <a:pt x="1" y="413"/>
                  </a:cubicBezTo>
                  <a:lnTo>
                    <a:pt x="1" y="4316"/>
                  </a:lnTo>
                  <a:cubicBezTo>
                    <a:pt x="1" y="4433"/>
                    <a:pt x="41" y="4532"/>
                    <a:pt x="119" y="4610"/>
                  </a:cubicBezTo>
                  <a:cubicBezTo>
                    <a:pt x="197" y="4689"/>
                    <a:pt x="296" y="4728"/>
                    <a:pt x="413" y="4728"/>
                  </a:cubicBezTo>
                  <a:lnTo>
                    <a:pt x="2609" y="4728"/>
                  </a:lnTo>
                  <a:cubicBezTo>
                    <a:pt x="2724" y="4728"/>
                    <a:pt x="2825" y="4692"/>
                    <a:pt x="2903" y="4617"/>
                  </a:cubicBezTo>
                  <a:cubicBezTo>
                    <a:pt x="2981" y="4542"/>
                    <a:pt x="3021" y="4450"/>
                    <a:pt x="3021" y="4337"/>
                  </a:cubicBezTo>
                  <a:cubicBezTo>
                    <a:pt x="3021" y="4220"/>
                    <a:pt x="2981" y="4124"/>
                    <a:pt x="2903" y="4051"/>
                  </a:cubicBezTo>
                  <a:cubicBezTo>
                    <a:pt x="2825" y="3976"/>
                    <a:pt x="2724" y="3939"/>
                    <a:pt x="2609" y="3939"/>
                  </a:cubicBezTo>
                  <a:lnTo>
                    <a:pt x="846" y="3939"/>
                  </a:lnTo>
                  <a:lnTo>
                    <a:pt x="846" y="413"/>
                  </a:lnTo>
                  <a:cubicBezTo>
                    <a:pt x="846" y="296"/>
                    <a:pt x="804" y="197"/>
                    <a:pt x="720" y="119"/>
                  </a:cubicBezTo>
                  <a:cubicBezTo>
                    <a:pt x="637" y="41"/>
                    <a:pt x="542" y="1"/>
                    <a:pt x="434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3">
              <a:extLst>
                <a:ext uri="{FF2B5EF4-FFF2-40B4-BE49-F238E27FC236}">
                  <a16:creationId xmlns:a16="http://schemas.microsoft.com/office/drawing/2014/main" id="{86FF5DC2-FF66-A8EC-9F02-1798E4C00FCA}"/>
                </a:ext>
              </a:extLst>
            </p:cNvPr>
            <p:cNvSpPr/>
            <p:nvPr/>
          </p:nvSpPr>
          <p:spPr>
            <a:xfrm>
              <a:off x="5236700" y="3744975"/>
              <a:ext cx="101375" cy="118225"/>
            </a:xfrm>
            <a:custGeom>
              <a:avLst/>
              <a:gdLst/>
              <a:ahLst/>
              <a:cxnLst/>
              <a:rect l="l" t="t" r="r" b="b"/>
              <a:pathLst>
                <a:path w="4055" h="4729" extrusionOk="0">
                  <a:moveTo>
                    <a:pt x="1961" y="777"/>
                  </a:moveTo>
                  <a:cubicBezTo>
                    <a:pt x="2174" y="777"/>
                    <a:pt x="2356" y="822"/>
                    <a:pt x="2509" y="907"/>
                  </a:cubicBezTo>
                  <a:cubicBezTo>
                    <a:pt x="2663" y="992"/>
                    <a:pt x="2788" y="1108"/>
                    <a:pt x="2887" y="1255"/>
                  </a:cubicBezTo>
                  <a:cubicBezTo>
                    <a:pt x="2985" y="1401"/>
                    <a:pt x="3059" y="1569"/>
                    <a:pt x="3107" y="1761"/>
                  </a:cubicBezTo>
                  <a:cubicBezTo>
                    <a:pt x="3152" y="1953"/>
                    <a:pt x="3177" y="2154"/>
                    <a:pt x="3177" y="2367"/>
                  </a:cubicBezTo>
                  <a:cubicBezTo>
                    <a:pt x="3177" y="2651"/>
                    <a:pt x="3136" y="2912"/>
                    <a:pt x="3052" y="3153"/>
                  </a:cubicBezTo>
                  <a:cubicBezTo>
                    <a:pt x="2969" y="3394"/>
                    <a:pt x="2838" y="3587"/>
                    <a:pt x="2657" y="3733"/>
                  </a:cubicBezTo>
                  <a:cubicBezTo>
                    <a:pt x="2476" y="3879"/>
                    <a:pt x="2245" y="3953"/>
                    <a:pt x="1961" y="3953"/>
                  </a:cubicBezTo>
                  <a:lnTo>
                    <a:pt x="848" y="3953"/>
                  </a:lnTo>
                  <a:lnTo>
                    <a:pt x="848" y="777"/>
                  </a:lnTo>
                  <a:close/>
                  <a:moveTo>
                    <a:pt x="413" y="1"/>
                  </a:moveTo>
                  <a:cubicBezTo>
                    <a:pt x="297" y="1"/>
                    <a:pt x="198" y="41"/>
                    <a:pt x="118" y="119"/>
                  </a:cubicBezTo>
                  <a:cubicBezTo>
                    <a:pt x="40" y="197"/>
                    <a:pt x="0" y="296"/>
                    <a:pt x="0" y="413"/>
                  </a:cubicBezTo>
                  <a:lnTo>
                    <a:pt x="0" y="4316"/>
                  </a:lnTo>
                  <a:cubicBezTo>
                    <a:pt x="0" y="4433"/>
                    <a:pt x="40" y="4532"/>
                    <a:pt x="118" y="4610"/>
                  </a:cubicBezTo>
                  <a:cubicBezTo>
                    <a:pt x="198" y="4689"/>
                    <a:pt x="297" y="4728"/>
                    <a:pt x="413" y="4728"/>
                  </a:cubicBezTo>
                  <a:lnTo>
                    <a:pt x="2028" y="4728"/>
                  </a:lnTo>
                  <a:cubicBezTo>
                    <a:pt x="2464" y="4728"/>
                    <a:pt x="2832" y="4624"/>
                    <a:pt x="3132" y="4413"/>
                  </a:cubicBezTo>
                  <a:cubicBezTo>
                    <a:pt x="3431" y="4202"/>
                    <a:pt x="3659" y="3917"/>
                    <a:pt x="3818" y="3558"/>
                  </a:cubicBezTo>
                  <a:cubicBezTo>
                    <a:pt x="3976" y="3202"/>
                    <a:pt x="4054" y="2804"/>
                    <a:pt x="4054" y="2367"/>
                  </a:cubicBezTo>
                  <a:cubicBezTo>
                    <a:pt x="4054" y="2042"/>
                    <a:pt x="4008" y="1736"/>
                    <a:pt x="3922" y="1451"/>
                  </a:cubicBezTo>
                  <a:cubicBezTo>
                    <a:pt x="3834" y="1166"/>
                    <a:pt x="3705" y="914"/>
                    <a:pt x="3531" y="695"/>
                  </a:cubicBezTo>
                  <a:cubicBezTo>
                    <a:pt x="3357" y="477"/>
                    <a:pt x="3144" y="307"/>
                    <a:pt x="2892" y="184"/>
                  </a:cubicBezTo>
                  <a:cubicBezTo>
                    <a:pt x="2640" y="63"/>
                    <a:pt x="2351" y="2"/>
                    <a:pt x="2028" y="2"/>
                  </a:cubicBezTo>
                  <a:lnTo>
                    <a:pt x="202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3">
              <a:extLst>
                <a:ext uri="{FF2B5EF4-FFF2-40B4-BE49-F238E27FC236}">
                  <a16:creationId xmlns:a16="http://schemas.microsoft.com/office/drawing/2014/main" id="{CCEDB817-905C-8AD1-CE75-B0D16B2AC3B8}"/>
                </a:ext>
              </a:extLst>
            </p:cNvPr>
            <p:cNvSpPr/>
            <p:nvPr/>
          </p:nvSpPr>
          <p:spPr>
            <a:xfrm>
              <a:off x="5032275" y="3776350"/>
              <a:ext cx="501650" cy="329225"/>
            </a:xfrm>
            <a:custGeom>
              <a:avLst/>
              <a:gdLst/>
              <a:ahLst/>
              <a:cxnLst/>
              <a:rect l="l" t="t" r="r" b="b"/>
              <a:pathLst>
                <a:path w="20066" h="13169" extrusionOk="0">
                  <a:moveTo>
                    <a:pt x="19890" y="1"/>
                  </a:moveTo>
                  <a:cubicBezTo>
                    <a:pt x="19182" y="1"/>
                    <a:pt x="16360" y="194"/>
                    <a:pt x="14029" y="3124"/>
                  </a:cubicBezTo>
                  <a:cubicBezTo>
                    <a:pt x="12311" y="5287"/>
                    <a:pt x="11622" y="7272"/>
                    <a:pt x="10166" y="8488"/>
                  </a:cubicBezTo>
                  <a:cubicBezTo>
                    <a:pt x="9349" y="9171"/>
                    <a:pt x="8288" y="9611"/>
                    <a:pt x="6670" y="9706"/>
                  </a:cubicBezTo>
                  <a:cubicBezTo>
                    <a:pt x="6329" y="9724"/>
                    <a:pt x="5999" y="9761"/>
                    <a:pt x="5686" y="9812"/>
                  </a:cubicBezTo>
                  <a:cubicBezTo>
                    <a:pt x="5029" y="9917"/>
                    <a:pt x="4429" y="10087"/>
                    <a:pt x="3886" y="10293"/>
                  </a:cubicBezTo>
                  <a:cubicBezTo>
                    <a:pt x="1271" y="11290"/>
                    <a:pt x="1" y="13168"/>
                    <a:pt x="1" y="13168"/>
                  </a:cubicBezTo>
                  <a:lnTo>
                    <a:pt x="20059" y="13168"/>
                  </a:lnTo>
                  <a:lnTo>
                    <a:pt x="20059" y="6402"/>
                  </a:lnTo>
                  <a:lnTo>
                    <a:pt x="20059" y="1471"/>
                  </a:lnTo>
                  <a:cubicBezTo>
                    <a:pt x="20059" y="1471"/>
                    <a:pt x="20065" y="914"/>
                    <a:pt x="19940" y="1"/>
                  </a:cubicBezTo>
                  <a:cubicBezTo>
                    <a:pt x="19925" y="1"/>
                    <a:pt x="19908" y="1"/>
                    <a:pt x="19890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3">
              <a:extLst>
                <a:ext uri="{FF2B5EF4-FFF2-40B4-BE49-F238E27FC236}">
                  <a16:creationId xmlns:a16="http://schemas.microsoft.com/office/drawing/2014/main" id="{7F90E423-C69C-EE9E-24C9-40EDE1F56E4D}"/>
                </a:ext>
              </a:extLst>
            </p:cNvPr>
            <p:cNvSpPr/>
            <p:nvPr/>
          </p:nvSpPr>
          <p:spPr>
            <a:xfrm>
              <a:off x="4330300" y="3756125"/>
              <a:ext cx="743125" cy="475500"/>
            </a:xfrm>
            <a:custGeom>
              <a:avLst/>
              <a:gdLst/>
              <a:ahLst/>
              <a:cxnLst/>
              <a:rect l="l" t="t" r="r" b="b"/>
              <a:pathLst>
                <a:path w="29725" h="19020" extrusionOk="0">
                  <a:moveTo>
                    <a:pt x="1447" y="1"/>
                  </a:moveTo>
                  <a:cubicBezTo>
                    <a:pt x="950" y="1"/>
                    <a:pt x="550" y="68"/>
                    <a:pt x="231" y="167"/>
                  </a:cubicBezTo>
                  <a:cubicBezTo>
                    <a:pt x="1" y="1456"/>
                    <a:pt x="13" y="2281"/>
                    <a:pt x="13" y="2281"/>
                  </a:cubicBezTo>
                  <a:lnTo>
                    <a:pt x="13" y="7209"/>
                  </a:lnTo>
                  <a:lnTo>
                    <a:pt x="13" y="19020"/>
                  </a:lnTo>
                  <a:lnTo>
                    <a:pt x="29725" y="19020"/>
                  </a:lnTo>
                  <a:cubicBezTo>
                    <a:pt x="29672" y="18901"/>
                    <a:pt x="29617" y="18785"/>
                    <a:pt x="29566" y="18669"/>
                  </a:cubicBezTo>
                  <a:cubicBezTo>
                    <a:pt x="29517" y="18562"/>
                    <a:pt x="29470" y="18460"/>
                    <a:pt x="29421" y="18357"/>
                  </a:cubicBezTo>
                  <a:cubicBezTo>
                    <a:pt x="28258" y="15886"/>
                    <a:pt x="26998" y="14071"/>
                    <a:pt x="25705" y="12747"/>
                  </a:cubicBezTo>
                  <a:cubicBezTo>
                    <a:pt x="25302" y="12332"/>
                    <a:pt x="24892" y="11965"/>
                    <a:pt x="24485" y="11642"/>
                  </a:cubicBezTo>
                  <a:cubicBezTo>
                    <a:pt x="23129" y="10566"/>
                    <a:pt x="21760" y="9961"/>
                    <a:pt x="20449" y="9632"/>
                  </a:cubicBezTo>
                  <a:cubicBezTo>
                    <a:pt x="19368" y="9363"/>
                    <a:pt x="18327" y="9281"/>
                    <a:pt x="17364" y="9281"/>
                  </a:cubicBezTo>
                  <a:cubicBezTo>
                    <a:pt x="17076" y="9281"/>
                    <a:pt x="16794" y="9288"/>
                    <a:pt x="16521" y="9300"/>
                  </a:cubicBezTo>
                  <a:cubicBezTo>
                    <a:pt x="15893" y="9326"/>
                    <a:pt x="15307" y="9379"/>
                    <a:pt x="14777" y="9418"/>
                  </a:cubicBezTo>
                  <a:cubicBezTo>
                    <a:pt x="14351" y="9451"/>
                    <a:pt x="13963" y="9476"/>
                    <a:pt x="13616" y="9476"/>
                  </a:cubicBezTo>
                  <a:cubicBezTo>
                    <a:pt x="10240" y="9476"/>
                    <a:pt x="8247" y="1769"/>
                    <a:pt x="4090" y="469"/>
                  </a:cubicBezTo>
                  <a:cubicBezTo>
                    <a:pt x="2996" y="127"/>
                    <a:pt x="2130" y="1"/>
                    <a:pt x="1447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3">
              <a:extLst>
                <a:ext uri="{FF2B5EF4-FFF2-40B4-BE49-F238E27FC236}">
                  <a16:creationId xmlns:a16="http://schemas.microsoft.com/office/drawing/2014/main" id="{E12F69C5-BABA-17E3-5E32-D049586577F3}"/>
                </a:ext>
              </a:extLst>
            </p:cNvPr>
            <p:cNvSpPr/>
            <p:nvPr/>
          </p:nvSpPr>
          <p:spPr>
            <a:xfrm>
              <a:off x="4329950" y="4215075"/>
              <a:ext cx="1204175" cy="708325"/>
            </a:xfrm>
            <a:custGeom>
              <a:avLst/>
              <a:gdLst/>
              <a:ahLst/>
              <a:cxnLst/>
              <a:rect l="l" t="t" r="r" b="b"/>
              <a:pathLst>
                <a:path w="48167" h="28333" extrusionOk="0">
                  <a:moveTo>
                    <a:pt x="47346" y="15256"/>
                  </a:moveTo>
                  <a:cubicBezTo>
                    <a:pt x="46928" y="16536"/>
                    <a:pt x="46294" y="17981"/>
                    <a:pt x="45330" y="19430"/>
                  </a:cubicBezTo>
                  <a:cubicBezTo>
                    <a:pt x="45127" y="19736"/>
                    <a:pt x="44909" y="20043"/>
                    <a:pt x="44674" y="20350"/>
                  </a:cubicBezTo>
                  <a:cubicBezTo>
                    <a:pt x="44529" y="20537"/>
                    <a:pt x="44380" y="20725"/>
                    <a:pt x="44223" y="20912"/>
                  </a:cubicBezTo>
                  <a:cubicBezTo>
                    <a:pt x="44125" y="21030"/>
                    <a:pt x="44025" y="21147"/>
                    <a:pt x="43921" y="21264"/>
                  </a:cubicBezTo>
                  <a:cubicBezTo>
                    <a:pt x="43268" y="21999"/>
                    <a:pt x="42515" y="22720"/>
                    <a:pt x="41646" y="23402"/>
                  </a:cubicBezTo>
                  <a:cubicBezTo>
                    <a:pt x="41434" y="23566"/>
                    <a:pt x="41216" y="23732"/>
                    <a:pt x="40991" y="23892"/>
                  </a:cubicBezTo>
                  <a:cubicBezTo>
                    <a:pt x="40284" y="24397"/>
                    <a:pt x="39509" y="24876"/>
                    <a:pt x="38654" y="25318"/>
                  </a:cubicBezTo>
                  <a:lnTo>
                    <a:pt x="38654" y="25318"/>
                  </a:lnTo>
                  <a:cubicBezTo>
                    <a:pt x="38544" y="25375"/>
                    <a:pt x="38431" y="25434"/>
                    <a:pt x="38319" y="25489"/>
                  </a:cubicBezTo>
                  <a:cubicBezTo>
                    <a:pt x="37890" y="25701"/>
                    <a:pt x="37445" y="25904"/>
                    <a:pt x="36980" y="26100"/>
                  </a:cubicBezTo>
                  <a:cubicBezTo>
                    <a:pt x="36774" y="26187"/>
                    <a:pt x="36565" y="26270"/>
                    <a:pt x="36351" y="26352"/>
                  </a:cubicBezTo>
                  <a:cubicBezTo>
                    <a:pt x="35995" y="26489"/>
                    <a:pt x="35627" y="26619"/>
                    <a:pt x="35247" y="26745"/>
                  </a:cubicBezTo>
                  <a:cubicBezTo>
                    <a:pt x="35098" y="26793"/>
                    <a:pt x="34947" y="26842"/>
                    <a:pt x="34793" y="26889"/>
                  </a:cubicBezTo>
                  <a:cubicBezTo>
                    <a:pt x="33512" y="27287"/>
                    <a:pt x="32107" y="27615"/>
                    <a:pt x="30568" y="27858"/>
                  </a:cubicBezTo>
                  <a:cubicBezTo>
                    <a:pt x="30319" y="27898"/>
                    <a:pt x="30067" y="27935"/>
                    <a:pt x="29811" y="27969"/>
                  </a:cubicBezTo>
                  <a:cubicBezTo>
                    <a:pt x="28198" y="28188"/>
                    <a:pt x="26444" y="28315"/>
                    <a:pt x="24538" y="28331"/>
                  </a:cubicBezTo>
                  <a:cubicBezTo>
                    <a:pt x="24389" y="28333"/>
                    <a:pt x="24238" y="28333"/>
                    <a:pt x="24088" y="28333"/>
                  </a:cubicBezTo>
                  <a:lnTo>
                    <a:pt x="23807" y="28333"/>
                  </a:lnTo>
                  <a:cubicBezTo>
                    <a:pt x="21332" y="28320"/>
                    <a:pt x="19114" y="28123"/>
                    <a:pt x="17127" y="27780"/>
                  </a:cubicBezTo>
                  <a:cubicBezTo>
                    <a:pt x="17115" y="27779"/>
                    <a:pt x="17104" y="27776"/>
                    <a:pt x="17092" y="27775"/>
                  </a:cubicBezTo>
                  <a:cubicBezTo>
                    <a:pt x="14996" y="27411"/>
                    <a:pt x="13156" y="26887"/>
                    <a:pt x="11543" y="26244"/>
                  </a:cubicBezTo>
                  <a:cubicBezTo>
                    <a:pt x="11431" y="26199"/>
                    <a:pt x="11320" y="26153"/>
                    <a:pt x="11210" y="26109"/>
                  </a:cubicBezTo>
                  <a:cubicBezTo>
                    <a:pt x="11207" y="26107"/>
                    <a:pt x="11205" y="26107"/>
                    <a:pt x="11202" y="26104"/>
                  </a:cubicBezTo>
                  <a:cubicBezTo>
                    <a:pt x="10978" y="26011"/>
                    <a:pt x="10756" y="25915"/>
                    <a:pt x="10541" y="25818"/>
                  </a:cubicBezTo>
                  <a:cubicBezTo>
                    <a:pt x="10335" y="25725"/>
                    <a:pt x="10136" y="25630"/>
                    <a:pt x="9937" y="25532"/>
                  </a:cubicBezTo>
                  <a:cubicBezTo>
                    <a:pt x="9672" y="25402"/>
                    <a:pt x="9415" y="25268"/>
                    <a:pt x="9164" y="25133"/>
                  </a:cubicBezTo>
                  <a:cubicBezTo>
                    <a:pt x="7752" y="24362"/>
                    <a:pt x="6559" y="23494"/>
                    <a:pt x="5547" y="22576"/>
                  </a:cubicBezTo>
                  <a:cubicBezTo>
                    <a:pt x="5290" y="22344"/>
                    <a:pt x="5046" y="22107"/>
                    <a:pt x="4814" y="21869"/>
                  </a:cubicBezTo>
                  <a:cubicBezTo>
                    <a:pt x="3780" y="20809"/>
                    <a:pt x="2970" y="19702"/>
                    <a:pt x="2332" y="18615"/>
                  </a:cubicBezTo>
                  <a:cubicBezTo>
                    <a:pt x="2279" y="18524"/>
                    <a:pt x="2226" y="18433"/>
                    <a:pt x="2176" y="18341"/>
                  </a:cubicBezTo>
                  <a:cubicBezTo>
                    <a:pt x="1866" y="17787"/>
                    <a:pt x="1600" y="17242"/>
                    <a:pt x="1375" y="16710"/>
                  </a:cubicBezTo>
                  <a:cubicBezTo>
                    <a:pt x="1358" y="16675"/>
                    <a:pt x="1344" y="16639"/>
                    <a:pt x="1329" y="16604"/>
                  </a:cubicBezTo>
                  <a:cubicBezTo>
                    <a:pt x="1184" y="16263"/>
                    <a:pt x="1057" y="15929"/>
                    <a:pt x="945" y="15604"/>
                  </a:cubicBezTo>
                  <a:cubicBezTo>
                    <a:pt x="814" y="15232"/>
                    <a:pt x="702" y="14870"/>
                    <a:pt x="605" y="14525"/>
                  </a:cubicBezTo>
                  <a:cubicBezTo>
                    <a:pt x="1" y="12357"/>
                    <a:pt x="22" y="10813"/>
                    <a:pt x="22" y="10813"/>
                  </a:cubicBezTo>
                  <a:lnTo>
                    <a:pt x="22" y="10709"/>
                  </a:lnTo>
                  <a:lnTo>
                    <a:pt x="22" y="1"/>
                  </a:lnTo>
                  <a:lnTo>
                    <a:pt x="48145" y="1"/>
                  </a:lnTo>
                  <a:lnTo>
                    <a:pt x="48145" y="10653"/>
                  </a:lnTo>
                  <a:lnTo>
                    <a:pt x="48145" y="10813"/>
                  </a:lnTo>
                  <a:cubicBezTo>
                    <a:pt x="48145" y="10813"/>
                    <a:pt x="48167" y="12417"/>
                    <a:pt x="47524" y="14655"/>
                  </a:cubicBezTo>
                  <a:cubicBezTo>
                    <a:pt x="47553" y="14635"/>
                    <a:pt x="47575" y="14629"/>
                    <a:pt x="47589" y="14641"/>
                  </a:cubicBezTo>
                  <a:cubicBezTo>
                    <a:pt x="47646" y="14675"/>
                    <a:pt x="47539" y="14918"/>
                    <a:pt x="47346" y="15256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78000">
                  <a:srgbClr val="B9B9FD"/>
                </a:gs>
                <a:gs pos="100000">
                  <a:srgbClr val="ECECFF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3">
              <a:extLst>
                <a:ext uri="{FF2B5EF4-FFF2-40B4-BE49-F238E27FC236}">
                  <a16:creationId xmlns:a16="http://schemas.microsoft.com/office/drawing/2014/main" id="{89DC04AE-309C-F8F1-2EB1-F78792A20772}"/>
                </a:ext>
              </a:extLst>
            </p:cNvPr>
            <p:cNvSpPr/>
            <p:nvPr/>
          </p:nvSpPr>
          <p:spPr>
            <a:xfrm>
              <a:off x="5275975" y="4283525"/>
              <a:ext cx="258300" cy="528850"/>
            </a:xfrm>
            <a:custGeom>
              <a:avLst/>
              <a:gdLst/>
              <a:ahLst/>
              <a:cxnLst/>
              <a:rect l="l" t="t" r="r" b="b"/>
              <a:pathLst>
                <a:path w="10332" h="21154" extrusionOk="0">
                  <a:moveTo>
                    <a:pt x="6389" y="0"/>
                  </a:moveTo>
                  <a:cubicBezTo>
                    <a:pt x="6283" y="0"/>
                    <a:pt x="6189" y="58"/>
                    <a:pt x="6109" y="178"/>
                  </a:cubicBezTo>
                  <a:cubicBezTo>
                    <a:pt x="6109" y="178"/>
                    <a:pt x="2518" y="8447"/>
                    <a:pt x="860" y="14436"/>
                  </a:cubicBezTo>
                  <a:cubicBezTo>
                    <a:pt x="333" y="16344"/>
                    <a:pt x="0" y="18021"/>
                    <a:pt x="44" y="19123"/>
                  </a:cubicBezTo>
                  <a:cubicBezTo>
                    <a:pt x="53" y="19335"/>
                    <a:pt x="76" y="19524"/>
                    <a:pt x="112" y="19691"/>
                  </a:cubicBezTo>
                  <a:cubicBezTo>
                    <a:pt x="180" y="19996"/>
                    <a:pt x="297" y="20221"/>
                    <a:pt x="472" y="20356"/>
                  </a:cubicBezTo>
                  <a:cubicBezTo>
                    <a:pt x="1028" y="20781"/>
                    <a:pt x="1989" y="21028"/>
                    <a:pt x="3150" y="21154"/>
                  </a:cubicBezTo>
                  <a:cubicBezTo>
                    <a:pt x="3375" y="20994"/>
                    <a:pt x="3593" y="20828"/>
                    <a:pt x="3805" y="20664"/>
                  </a:cubicBezTo>
                  <a:cubicBezTo>
                    <a:pt x="4674" y="19982"/>
                    <a:pt x="5427" y="19261"/>
                    <a:pt x="6080" y="18526"/>
                  </a:cubicBezTo>
                  <a:cubicBezTo>
                    <a:pt x="6184" y="18409"/>
                    <a:pt x="6284" y="18292"/>
                    <a:pt x="6382" y="18174"/>
                  </a:cubicBezTo>
                  <a:cubicBezTo>
                    <a:pt x="6539" y="17987"/>
                    <a:pt x="6688" y="17799"/>
                    <a:pt x="6833" y="17612"/>
                  </a:cubicBezTo>
                  <a:cubicBezTo>
                    <a:pt x="7068" y="17305"/>
                    <a:pt x="7286" y="16998"/>
                    <a:pt x="7489" y="16692"/>
                  </a:cubicBezTo>
                  <a:cubicBezTo>
                    <a:pt x="8453" y="15243"/>
                    <a:pt x="9087" y="13798"/>
                    <a:pt x="9505" y="12518"/>
                  </a:cubicBezTo>
                  <a:cubicBezTo>
                    <a:pt x="9698" y="12180"/>
                    <a:pt x="9805" y="11937"/>
                    <a:pt x="9754" y="11901"/>
                  </a:cubicBezTo>
                  <a:cubicBezTo>
                    <a:pt x="9749" y="11897"/>
                    <a:pt x="9743" y="11896"/>
                    <a:pt x="9736" y="11896"/>
                  </a:cubicBezTo>
                  <a:cubicBezTo>
                    <a:pt x="9723" y="11896"/>
                    <a:pt x="9707" y="11902"/>
                    <a:pt x="9688" y="11915"/>
                  </a:cubicBezTo>
                  <a:cubicBezTo>
                    <a:pt x="10331" y="9677"/>
                    <a:pt x="10308" y="8074"/>
                    <a:pt x="10308" y="8074"/>
                  </a:cubicBezTo>
                  <a:lnTo>
                    <a:pt x="10308" y="7914"/>
                  </a:lnTo>
                  <a:cubicBezTo>
                    <a:pt x="8833" y="3686"/>
                    <a:pt x="7236" y="0"/>
                    <a:pt x="6389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3">
              <a:extLst>
                <a:ext uri="{FF2B5EF4-FFF2-40B4-BE49-F238E27FC236}">
                  <a16:creationId xmlns:a16="http://schemas.microsoft.com/office/drawing/2014/main" id="{1A97AA84-1449-64DE-C05E-8EA2AAB34267}"/>
                </a:ext>
              </a:extLst>
            </p:cNvPr>
            <p:cNvSpPr/>
            <p:nvPr/>
          </p:nvSpPr>
          <p:spPr>
            <a:xfrm>
              <a:off x="5446775" y="4414875"/>
              <a:ext cx="16450" cy="308950"/>
            </a:xfrm>
            <a:custGeom>
              <a:avLst/>
              <a:gdLst/>
              <a:ahLst/>
              <a:cxnLst/>
              <a:rect l="l" t="t" r="r" b="b"/>
              <a:pathLst>
                <a:path w="658" h="12358" extrusionOk="0">
                  <a:moveTo>
                    <a:pt x="118" y="0"/>
                  </a:moveTo>
                  <a:cubicBezTo>
                    <a:pt x="92" y="0"/>
                    <a:pt x="66" y="65"/>
                    <a:pt x="38" y="203"/>
                  </a:cubicBezTo>
                  <a:cubicBezTo>
                    <a:pt x="38" y="203"/>
                    <a:pt x="30" y="2910"/>
                    <a:pt x="20" y="6191"/>
                  </a:cubicBezTo>
                  <a:cubicBezTo>
                    <a:pt x="20" y="6415"/>
                    <a:pt x="17" y="6642"/>
                    <a:pt x="17" y="6870"/>
                  </a:cubicBezTo>
                  <a:cubicBezTo>
                    <a:pt x="16" y="7541"/>
                    <a:pt x="13" y="8230"/>
                    <a:pt x="10" y="8919"/>
                  </a:cubicBezTo>
                  <a:cubicBezTo>
                    <a:pt x="10" y="9159"/>
                    <a:pt x="9" y="9399"/>
                    <a:pt x="9" y="9639"/>
                  </a:cubicBezTo>
                  <a:cubicBezTo>
                    <a:pt x="6" y="10569"/>
                    <a:pt x="3" y="11492"/>
                    <a:pt x="1" y="12358"/>
                  </a:cubicBezTo>
                  <a:cubicBezTo>
                    <a:pt x="236" y="12051"/>
                    <a:pt x="454" y="11744"/>
                    <a:pt x="657" y="11438"/>
                  </a:cubicBezTo>
                  <a:cubicBezTo>
                    <a:pt x="649" y="11012"/>
                    <a:pt x="639" y="10579"/>
                    <a:pt x="630" y="10142"/>
                  </a:cubicBezTo>
                  <a:cubicBezTo>
                    <a:pt x="627" y="9928"/>
                    <a:pt x="621" y="9716"/>
                    <a:pt x="616" y="9502"/>
                  </a:cubicBezTo>
                  <a:cubicBezTo>
                    <a:pt x="593" y="8540"/>
                    <a:pt x="570" y="7567"/>
                    <a:pt x="542" y="6629"/>
                  </a:cubicBezTo>
                  <a:cubicBezTo>
                    <a:pt x="536" y="6438"/>
                    <a:pt x="529" y="6248"/>
                    <a:pt x="524" y="6060"/>
                  </a:cubicBezTo>
                  <a:cubicBezTo>
                    <a:pt x="421" y="2738"/>
                    <a:pt x="286" y="0"/>
                    <a:pt x="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3">
              <a:extLst>
                <a:ext uri="{FF2B5EF4-FFF2-40B4-BE49-F238E27FC236}">
                  <a16:creationId xmlns:a16="http://schemas.microsoft.com/office/drawing/2014/main" id="{59B23BB2-E55E-4662-4191-13BA80C6FEB5}"/>
                </a:ext>
              </a:extLst>
            </p:cNvPr>
            <p:cNvSpPr/>
            <p:nvPr/>
          </p:nvSpPr>
          <p:spPr>
            <a:xfrm>
              <a:off x="5382175" y="4497375"/>
              <a:ext cx="132950" cy="91800"/>
            </a:xfrm>
            <a:custGeom>
              <a:avLst/>
              <a:gdLst/>
              <a:ahLst/>
              <a:cxnLst/>
              <a:rect l="l" t="t" r="r" b="b"/>
              <a:pathLst>
                <a:path w="5318" h="3672" extrusionOk="0">
                  <a:moveTo>
                    <a:pt x="79" y="1"/>
                  </a:moveTo>
                  <a:cubicBezTo>
                    <a:pt x="27" y="1"/>
                    <a:pt x="0" y="49"/>
                    <a:pt x="6" y="157"/>
                  </a:cubicBezTo>
                  <a:cubicBezTo>
                    <a:pt x="6" y="157"/>
                    <a:pt x="2390" y="3672"/>
                    <a:pt x="2779" y="3672"/>
                  </a:cubicBezTo>
                  <a:cubicBezTo>
                    <a:pt x="2787" y="3672"/>
                    <a:pt x="2794" y="3670"/>
                    <a:pt x="2800" y="3667"/>
                  </a:cubicBezTo>
                  <a:cubicBezTo>
                    <a:pt x="3113" y="3516"/>
                    <a:pt x="5318" y="306"/>
                    <a:pt x="5118" y="157"/>
                  </a:cubicBezTo>
                  <a:cubicBezTo>
                    <a:pt x="5113" y="154"/>
                    <a:pt x="5107" y="152"/>
                    <a:pt x="5101" y="152"/>
                  </a:cubicBezTo>
                  <a:cubicBezTo>
                    <a:pt x="4838" y="152"/>
                    <a:pt x="3160" y="3018"/>
                    <a:pt x="2779" y="3018"/>
                  </a:cubicBezTo>
                  <a:cubicBezTo>
                    <a:pt x="2773" y="3018"/>
                    <a:pt x="2767" y="3018"/>
                    <a:pt x="2761" y="3016"/>
                  </a:cubicBezTo>
                  <a:cubicBezTo>
                    <a:pt x="2450" y="2928"/>
                    <a:pt x="488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3">
              <a:extLst>
                <a:ext uri="{FF2B5EF4-FFF2-40B4-BE49-F238E27FC236}">
                  <a16:creationId xmlns:a16="http://schemas.microsoft.com/office/drawing/2014/main" id="{DCA55183-2931-F3F5-E41E-A657E8A4FD84}"/>
                </a:ext>
              </a:extLst>
            </p:cNvPr>
            <p:cNvSpPr/>
            <p:nvPr/>
          </p:nvSpPr>
          <p:spPr>
            <a:xfrm>
              <a:off x="5391900" y="4577175"/>
              <a:ext cx="129225" cy="91750"/>
            </a:xfrm>
            <a:custGeom>
              <a:avLst/>
              <a:gdLst/>
              <a:ahLst/>
              <a:cxnLst/>
              <a:rect l="l" t="t" r="r" b="b"/>
              <a:pathLst>
                <a:path w="5169" h="3670" extrusionOk="0">
                  <a:moveTo>
                    <a:pt x="80" y="0"/>
                  </a:moveTo>
                  <a:cubicBezTo>
                    <a:pt x="27" y="0"/>
                    <a:pt x="1" y="48"/>
                    <a:pt x="6" y="157"/>
                  </a:cubicBezTo>
                  <a:cubicBezTo>
                    <a:pt x="6" y="157"/>
                    <a:pt x="1370" y="2168"/>
                    <a:pt x="2204" y="3147"/>
                  </a:cubicBezTo>
                  <a:cubicBezTo>
                    <a:pt x="2472" y="3461"/>
                    <a:pt x="2685" y="3670"/>
                    <a:pt x="2780" y="3670"/>
                  </a:cubicBezTo>
                  <a:cubicBezTo>
                    <a:pt x="2788" y="3670"/>
                    <a:pt x="2795" y="3668"/>
                    <a:pt x="2801" y="3665"/>
                  </a:cubicBezTo>
                  <a:cubicBezTo>
                    <a:pt x="2808" y="3662"/>
                    <a:pt x="2816" y="3657"/>
                    <a:pt x="2825" y="3650"/>
                  </a:cubicBezTo>
                  <a:cubicBezTo>
                    <a:pt x="3110" y="3443"/>
                    <a:pt x="4326" y="1722"/>
                    <a:pt x="4868" y="772"/>
                  </a:cubicBezTo>
                  <a:cubicBezTo>
                    <a:pt x="5061" y="434"/>
                    <a:pt x="5168" y="191"/>
                    <a:pt x="5118" y="157"/>
                  </a:cubicBezTo>
                  <a:cubicBezTo>
                    <a:pt x="5113" y="153"/>
                    <a:pt x="5108" y="151"/>
                    <a:pt x="5101" y="151"/>
                  </a:cubicBezTo>
                  <a:cubicBezTo>
                    <a:pt x="5088" y="151"/>
                    <a:pt x="5072" y="158"/>
                    <a:pt x="5054" y="171"/>
                  </a:cubicBezTo>
                  <a:cubicBezTo>
                    <a:pt x="4688" y="414"/>
                    <a:pt x="3221" y="2883"/>
                    <a:pt x="2811" y="3011"/>
                  </a:cubicBezTo>
                  <a:cubicBezTo>
                    <a:pt x="2800" y="3015"/>
                    <a:pt x="2789" y="3017"/>
                    <a:pt x="2779" y="3017"/>
                  </a:cubicBezTo>
                  <a:cubicBezTo>
                    <a:pt x="2773" y="3017"/>
                    <a:pt x="2767" y="3016"/>
                    <a:pt x="2762" y="3015"/>
                  </a:cubicBezTo>
                  <a:cubicBezTo>
                    <a:pt x="2677" y="2990"/>
                    <a:pt x="2470" y="2758"/>
                    <a:pt x="2205" y="2428"/>
                  </a:cubicBezTo>
                  <a:cubicBezTo>
                    <a:pt x="1499" y="1550"/>
                    <a:pt x="377" y="0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3">
              <a:extLst>
                <a:ext uri="{FF2B5EF4-FFF2-40B4-BE49-F238E27FC236}">
                  <a16:creationId xmlns:a16="http://schemas.microsoft.com/office/drawing/2014/main" id="{C25149B9-7B36-19EB-4552-ADF5398F4931}"/>
                </a:ext>
              </a:extLst>
            </p:cNvPr>
            <p:cNvSpPr/>
            <p:nvPr/>
          </p:nvSpPr>
          <p:spPr>
            <a:xfrm>
              <a:off x="5382175" y="4679350"/>
              <a:ext cx="53350" cy="67275"/>
            </a:xfrm>
            <a:custGeom>
              <a:avLst/>
              <a:gdLst/>
              <a:ahLst/>
              <a:cxnLst/>
              <a:rect l="l" t="t" r="r" b="b"/>
              <a:pathLst>
                <a:path w="2134" h="2691" extrusionOk="0">
                  <a:moveTo>
                    <a:pt x="79" y="1"/>
                  </a:moveTo>
                  <a:cubicBezTo>
                    <a:pt x="27" y="1"/>
                    <a:pt x="0" y="49"/>
                    <a:pt x="6" y="157"/>
                  </a:cubicBezTo>
                  <a:cubicBezTo>
                    <a:pt x="6" y="157"/>
                    <a:pt x="1019" y="1651"/>
                    <a:pt x="1832" y="2690"/>
                  </a:cubicBezTo>
                  <a:cubicBezTo>
                    <a:pt x="1936" y="2575"/>
                    <a:pt x="2036" y="2458"/>
                    <a:pt x="2134" y="2339"/>
                  </a:cubicBezTo>
                  <a:cubicBezTo>
                    <a:pt x="1425" y="1451"/>
                    <a:pt x="366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3">
              <a:extLst>
                <a:ext uri="{FF2B5EF4-FFF2-40B4-BE49-F238E27FC236}">
                  <a16:creationId xmlns:a16="http://schemas.microsoft.com/office/drawing/2014/main" id="{098A9F09-578B-1A51-2A18-26495823E837}"/>
                </a:ext>
              </a:extLst>
            </p:cNvPr>
            <p:cNvSpPr/>
            <p:nvPr/>
          </p:nvSpPr>
          <p:spPr>
            <a:xfrm>
              <a:off x="4755250" y="4417500"/>
              <a:ext cx="338950" cy="505900"/>
            </a:xfrm>
            <a:custGeom>
              <a:avLst/>
              <a:gdLst/>
              <a:ahLst/>
              <a:cxnLst/>
              <a:rect l="l" t="t" r="r" b="b"/>
              <a:pathLst>
                <a:path w="13558" h="20236" extrusionOk="0">
                  <a:moveTo>
                    <a:pt x="6363" y="1"/>
                  </a:moveTo>
                  <a:cubicBezTo>
                    <a:pt x="6257" y="1"/>
                    <a:pt x="6163" y="58"/>
                    <a:pt x="6082" y="179"/>
                  </a:cubicBezTo>
                  <a:cubicBezTo>
                    <a:pt x="6082" y="179"/>
                    <a:pt x="323" y="13440"/>
                    <a:pt x="27" y="18535"/>
                  </a:cubicBezTo>
                  <a:cubicBezTo>
                    <a:pt x="0" y="18985"/>
                    <a:pt x="16" y="19370"/>
                    <a:pt x="83" y="19678"/>
                  </a:cubicBezTo>
                  <a:cubicBezTo>
                    <a:pt x="94" y="19679"/>
                    <a:pt x="105" y="19682"/>
                    <a:pt x="117" y="19683"/>
                  </a:cubicBezTo>
                  <a:cubicBezTo>
                    <a:pt x="2103" y="20026"/>
                    <a:pt x="4322" y="20223"/>
                    <a:pt x="6798" y="20236"/>
                  </a:cubicBezTo>
                  <a:lnTo>
                    <a:pt x="7077" y="20236"/>
                  </a:lnTo>
                  <a:cubicBezTo>
                    <a:pt x="7229" y="20236"/>
                    <a:pt x="7378" y="20236"/>
                    <a:pt x="7528" y="20234"/>
                  </a:cubicBezTo>
                  <a:cubicBezTo>
                    <a:pt x="9435" y="20218"/>
                    <a:pt x="11189" y="20091"/>
                    <a:pt x="12800" y="19872"/>
                  </a:cubicBezTo>
                  <a:cubicBezTo>
                    <a:pt x="13056" y="19838"/>
                    <a:pt x="13308" y="19801"/>
                    <a:pt x="13557" y="19761"/>
                  </a:cubicBezTo>
                  <a:cubicBezTo>
                    <a:pt x="13517" y="19195"/>
                    <a:pt x="13318" y="18193"/>
                    <a:pt x="13006" y="16930"/>
                  </a:cubicBezTo>
                  <a:cubicBezTo>
                    <a:pt x="11584" y="11175"/>
                    <a:pt x="7838" y="1"/>
                    <a:pt x="6363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3">
              <a:extLst>
                <a:ext uri="{FF2B5EF4-FFF2-40B4-BE49-F238E27FC236}">
                  <a16:creationId xmlns:a16="http://schemas.microsoft.com/office/drawing/2014/main" id="{F8F08B03-E6C1-7DD3-BCDC-72179EA7389B}"/>
                </a:ext>
              </a:extLst>
            </p:cNvPr>
            <p:cNvSpPr/>
            <p:nvPr/>
          </p:nvSpPr>
          <p:spPr>
            <a:xfrm>
              <a:off x="4855000" y="4548775"/>
              <a:ext cx="142575" cy="374600"/>
            </a:xfrm>
            <a:custGeom>
              <a:avLst/>
              <a:gdLst/>
              <a:ahLst/>
              <a:cxnLst/>
              <a:rect l="l" t="t" r="r" b="b"/>
              <a:pathLst>
                <a:path w="5703" h="14984" extrusionOk="0">
                  <a:moveTo>
                    <a:pt x="2703" y="0"/>
                  </a:moveTo>
                  <a:cubicBezTo>
                    <a:pt x="2677" y="0"/>
                    <a:pt x="2650" y="65"/>
                    <a:pt x="2623" y="203"/>
                  </a:cubicBezTo>
                  <a:cubicBezTo>
                    <a:pt x="2623" y="203"/>
                    <a:pt x="2614" y="2910"/>
                    <a:pt x="2603" y="6192"/>
                  </a:cubicBezTo>
                  <a:cubicBezTo>
                    <a:pt x="2036" y="5619"/>
                    <a:pt x="442" y="3302"/>
                    <a:pt x="79" y="3302"/>
                  </a:cubicBezTo>
                  <a:cubicBezTo>
                    <a:pt x="27" y="3302"/>
                    <a:pt x="1" y="3350"/>
                    <a:pt x="6" y="3458"/>
                  </a:cubicBezTo>
                  <a:cubicBezTo>
                    <a:pt x="6" y="3458"/>
                    <a:pt x="1925" y="6289"/>
                    <a:pt x="2600" y="6869"/>
                  </a:cubicBezTo>
                  <a:cubicBezTo>
                    <a:pt x="2599" y="7542"/>
                    <a:pt x="2595" y="8231"/>
                    <a:pt x="2593" y="8919"/>
                  </a:cubicBezTo>
                  <a:cubicBezTo>
                    <a:pt x="1885" y="8040"/>
                    <a:pt x="763" y="6490"/>
                    <a:pt x="467" y="6490"/>
                  </a:cubicBezTo>
                  <a:cubicBezTo>
                    <a:pt x="415" y="6490"/>
                    <a:pt x="389" y="6538"/>
                    <a:pt x="394" y="6647"/>
                  </a:cubicBezTo>
                  <a:cubicBezTo>
                    <a:pt x="394" y="6647"/>
                    <a:pt x="1758" y="8661"/>
                    <a:pt x="2592" y="9639"/>
                  </a:cubicBezTo>
                  <a:cubicBezTo>
                    <a:pt x="2588" y="10876"/>
                    <a:pt x="2585" y="12093"/>
                    <a:pt x="2581" y="13188"/>
                  </a:cubicBezTo>
                  <a:cubicBezTo>
                    <a:pt x="1893" y="12362"/>
                    <a:pt x="627" y="10583"/>
                    <a:pt x="309" y="10583"/>
                  </a:cubicBezTo>
                  <a:cubicBezTo>
                    <a:pt x="257" y="10583"/>
                    <a:pt x="230" y="10631"/>
                    <a:pt x="236" y="10740"/>
                  </a:cubicBezTo>
                  <a:cubicBezTo>
                    <a:pt x="236" y="10740"/>
                    <a:pt x="1771" y="13004"/>
                    <a:pt x="2578" y="13898"/>
                  </a:cubicBezTo>
                  <a:lnTo>
                    <a:pt x="2578" y="14132"/>
                  </a:lnTo>
                  <a:cubicBezTo>
                    <a:pt x="2575" y="14428"/>
                    <a:pt x="2575" y="14713"/>
                    <a:pt x="2575" y="14983"/>
                  </a:cubicBezTo>
                  <a:lnTo>
                    <a:pt x="2856" y="14983"/>
                  </a:lnTo>
                  <a:cubicBezTo>
                    <a:pt x="3007" y="14983"/>
                    <a:pt x="3157" y="14983"/>
                    <a:pt x="3306" y="14982"/>
                  </a:cubicBezTo>
                  <a:cubicBezTo>
                    <a:pt x="3302" y="14670"/>
                    <a:pt x="3296" y="14338"/>
                    <a:pt x="3289" y="13992"/>
                  </a:cubicBezTo>
                  <a:cubicBezTo>
                    <a:pt x="3959" y="13198"/>
                    <a:pt x="5519" y="10868"/>
                    <a:pt x="5349" y="10741"/>
                  </a:cubicBezTo>
                  <a:cubicBezTo>
                    <a:pt x="5344" y="10738"/>
                    <a:pt x="5339" y="10736"/>
                    <a:pt x="5332" y="10736"/>
                  </a:cubicBezTo>
                  <a:cubicBezTo>
                    <a:pt x="5111" y="10736"/>
                    <a:pt x="3890" y="12764"/>
                    <a:pt x="3281" y="13408"/>
                  </a:cubicBezTo>
                  <a:cubicBezTo>
                    <a:pt x="3278" y="13320"/>
                    <a:pt x="3277" y="13232"/>
                    <a:pt x="3275" y="13143"/>
                  </a:cubicBezTo>
                  <a:cubicBezTo>
                    <a:pt x="3257" y="12207"/>
                    <a:pt x="3239" y="11188"/>
                    <a:pt x="3214" y="10143"/>
                  </a:cubicBezTo>
                  <a:cubicBezTo>
                    <a:pt x="3602" y="9862"/>
                    <a:pt x="5703" y="6793"/>
                    <a:pt x="5508" y="6647"/>
                  </a:cubicBezTo>
                  <a:cubicBezTo>
                    <a:pt x="5503" y="6643"/>
                    <a:pt x="5497" y="6642"/>
                    <a:pt x="5491" y="6642"/>
                  </a:cubicBezTo>
                  <a:cubicBezTo>
                    <a:pt x="5234" y="6642"/>
                    <a:pt x="3633" y="9368"/>
                    <a:pt x="3200" y="9503"/>
                  </a:cubicBezTo>
                  <a:cubicBezTo>
                    <a:pt x="3178" y="8539"/>
                    <a:pt x="3153" y="7565"/>
                    <a:pt x="3125" y="6630"/>
                  </a:cubicBezTo>
                  <a:cubicBezTo>
                    <a:pt x="3825" y="5768"/>
                    <a:pt x="5282" y="3582"/>
                    <a:pt x="5118" y="3458"/>
                  </a:cubicBezTo>
                  <a:cubicBezTo>
                    <a:pt x="5113" y="3455"/>
                    <a:pt x="5108" y="3453"/>
                    <a:pt x="5101" y="3453"/>
                  </a:cubicBezTo>
                  <a:cubicBezTo>
                    <a:pt x="4886" y="3453"/>
                    <a:pt x="3733" y="5355"/>
                    <a:pt x="3108" y="6061"/>
                  </a:cubicBezTo>
                  <a:cubicBezTo>
                    <a:pt x="3006" y="2738"/>
                    <a:pt x="2871" y="0"/>
                    <a:pt x="2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3">
              <a:extLst>
                <a:ext uri="{FF2B5EF4-FFF2-40B4-BE49-F238E27FC236}">
                  <a16:creationId xmlns:a16="http://schemas.microsoft.com/office/drawing/2014/main" id="{F525F9A6-F8B8-3DD7-ED50-FAD2C04EC821}"/>
                </a:ext>
              </a:extLst>
            </p:cNvPr>
            <p:cNvSpPr/>
            <p:nvPr/>
          </p:nvSpPr>
          <p:spPr>
            <a:xfrm>
              <a:off x="4450325" y="4364625"/>
              <a:ext cx="307875" cy="544925"/>
            </a:xfrm>
            <a:custGeom>
              <a:avLst/>
              <a:gdLst/>
              <a:ahLst/>
              <a:cxnLst/>
              <a:rect l="l" t="t" r="r" b="b"/>
              <a:pathLst>
                <a:path w="12315" h="21797" extrusionOk="0">
                  <a:moveTo>
                    <a:pt x="12314" y="21797"/>
                  </a:moveTo>
                  <a:cubicBezTo>
                    <a:pt x="12302" y="21795"/>
                    <a:pt x="12291" y="21793"/>
                    <a:pt x="12280" y="21791"/>
                  </a:cubicBezTo>
                  <a:cubicBezTo>
                    <a:pt x="10182" y="21428"/>
                    <a:pt x="8342" y="20902"/>
                    <a:pt x="6729" y="20260"/>
                  </a:cubicBezTo>
                  <a:cubicBezTo>
                    <a:pt x="6618" y="20216"/>
                    <a:pt x="6507" y="20170"/>
                    <a:pt x="6397" y="20125"/>
                  </a:cubicBezTo>
                  <a:cubicBezTo>
                    <a:pt x="6394" y="20122"/>
                    <a:pt x="6392" y="20122"/>
                    <a:pt x="6388" y="20121"/>
                  </a:cubicBezTo>
                  <a:cubicBezTo>
                    <a:pt x="6164" y="20028"/>
                    <a:pt x="5943" y="19932"/>
                    <a:pt x="5727" y="19834"/>
                  </a:cubicBezTo>
                  <a:cubicBezTo>
                    <a:pt x="5523" y="19740"/>
                    <a:pt x="5322" y="19647"/>
                    <a:pt x="5123" y="19549"/>
                  </a:cubicBezTo>
                  <a:cubicBezTo>
                    <a:pt x="4859" y="19418"/>
                    <a:pt x="4601" y="19285"/>
                    <a:pt x="4351" y="19148"/>
                  </a:cubicBezTo>
                  <a:cubicBezTo>
                    <a:pt x="2938" y="18379"/>
                    <a:pt x="1745" y="17510"/>
                    <a:pt x="735" y="16593"/>
                  </a:cubicBezTo>
                  <a:cubicBezTo>
                    <a:pt x="477" y="16361"/>
                    <a:pt x="234" y="16124"/>
                    <a:pt x="0" y="15885"/>
                  </a:cubicBezTo>
                  <a:cubicBezTo>
                    <a:pt x="473" y="14600"/>
                    <a:pt x="1058" y="13197"/>
                    <a:pt x="1684" y="11793"/>
                  </a:cubicBezTo>
                  <a:cubicBezTo>
                    <a:pt x="3898" y="6828"/>
                    <a:pt x="6619" y="1842"/>
                    <a:pt x="6619" y="1842"/>
                  </a:cubicBezTo>
                  <a:cubicBezTo>
                    <a:pt x="8106" y="0"/>
                    <a:pt x="11609" y="15233"/>
                    <a:pt x="12220" y="20650"/>
                  </a:cubicBezTo>
                  <a:cubicBezTo>
                    <a:pt x="12275" y="21108"/>
                    <a:pt x="12307" y="21496"/>
                    <a:pt x="12314" y="21797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3">
              <a:extLst>
                <a:ext uri="{FF2B5EF4-FFF2-40B4-BE49-F238E27FC236}">
                  <a16:creationId xmlns:a16="http://schemas.microsoft.com/office/drawing/2014/main" id="{302414BD-B660-8A6A-CE4E-BDCD1FFEA2A9}"/>
                </a:ext>
              </a:extLst>
            </p:cNvPr>
            <p:cNvSpPr/>
            <p:nvPr/>
          </p:nvSpPr>
          <p:spPr>
            <a:xfrm>
              <a:off x="4593525" y="4538875"/>
              <a:ext cx="36175" cy="328825"/>
            </a:xfrm>
            <a:custGeom>
              <a:avLst/>
              <a:gdLst/>
              <a:ahLst/>
              <a:cxnLst/>
              <a:rect l="l" t="t" r="r" b="b"/>
              <a:pathLst>
                <a:path w="1447" h="13153" extrusionOk="0">
                  <a:moveTo>
                    <a:pt x="1275" y="1"/>
                  </a:moveTo>
                  <a:cubicBezTo>
                    <a:pt x="1250" y="1"/>
                    <a:pt x="1217" y="63"/>
                    <a:pt x="1178" y="195"/>
                  </a:cubicBezTo>
                  <a:cubicBezTo>
                    <a:pt x="1178" y="195"/>
                    <a:pt x="929" y="2891"/>
                    <a:pt x="624" y="6158"/>
                  </a:cubicBezTo>
                  <a:cubicBezTo>
                    <a:pt x="603" y="6380"/>
                    <a:pt x="582" y="6604"/>
                    <a:pt x="561" y="6833"/>
                  </a:cubicBezTo>
                  <a:cubicBezTo>
                    <a:pt x="499" y="7502"/>
                    <a:pt x="436" y="8188"/>
                    <a:pt x="372" y="8873"/>
                  </a:cubicBezTo>
                  <a:cubicBezTo>
                    <a:pt x="351" y="9112"/>
                    <a:pt x="328" y="9352"/>
                    <a:pt x="305" y="9590"/>
                  </a:cubicBezTo>
                  <a:cubicBezTo>
                    <a:pt x="200" y="10722"/>
                    <a:pt x="97" y="11840"/>
                    <a:pt x="1" y="12863"/>
                  </a:cubicBezTo>
                  <a:cubicBezTo>
                    <a:pt x="216" y="12960"/>
                    <a:pt x="438" y="13055"/>
                    <a:pt x="662" y="13150"/>
                  </a:cubicBezTo>
                  <a:cubicBezTo>
                    <a:pt x="666" y="13151"/>
                    <a:pt x="667" y="13151"/>
                    <a:pt x="671" y="13152"/>
                  </a:cubicBezTo>
                  <a:lnTo>
                    <a:pt x="671" y="13141"/>
                  </a:lnTo>
                  <a:cubicBezTo>
                    <a:pt x="737" y="12206"/>
                    <a:pt x="808" y="11189"/>
                    <a:pt x="880" y="10146"/>
                  </a:cubicBezTo>
                  <a:cubicBezTo>
                    <a:pt x="895" y="9935"/>
                    <a:pt x="909" y="9722"/>
                    <a:pt x="923" y="9509"/>
                  </a:cubicBezTo>
                  <a:cubicBezTo>
                    <a:pt x="987" y="8549"/>
                    <a:pt x="1049" y="7577"/>
                    <a:pt x="1106" y="6642"/>
                  </a:cubicBezTo>
                  <a:cubicBezTo>
                    <a:pt x="1118" y="6450"/>
                    <a:pt x="1131" y="6261"/>
                    <a:pt x="1140" y="6073"/>
                  </a:cubicBezTo>
                  <a:cubicBezTo>
                    <a:pt x="1335" y="2746"/>
                    <a:pt x="1447" y="1"/>
                    <a:pt x="127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3">
              <a:extLst>
                <a:ext uri="{FF2B5EF4-FFF2-40B4-BE49-F238E27FC236}">
                  <a16:creationId xmlns:a16="http://schemas.microsoft.com/office/drawing/2014/main" id="{5109F74E-EA4B-67A5-2C63-0FF25A7F1F22}"/>
                </a:ext>
              </a:extLst>
            </p:cNvPr>
            <p:cNvSpPr/>
            <p:nvPr/>
          </p:nvSpPr>
          <p:spPr>
            <a:xfrm>
              <a:off x="4550625" y="4615225"/>
              <a:ext cx="131925" cy="97475"/>
            </a:xfrm>
            <a:custGeom>
              <a:avLst/>
              <a:gdLst/>
              <a:ahLst/>
              <a:cxnLst/>
              <a:rect l="l" t="t" r="r" b="b"/>
              <a:pathLst>
                <a:path w="5277" h="3899" extrusionOk="0">
                  <a:moveTo>
                    <a:pt x="80" y="1"/>
                  </a:moveTo>
                  <a:cubicBezTo>
                    <a:pt x="32" y="1"/>
                    <a:pt x="4" y="47"/>
                    <a:pt x="0" y="150"/>
                  </a:cubicBezTo>
                  <a:cubicBezTo>
                    <a:pt x="0" y="150"/>
                    <a:pt x="2080" y="3898"/>
                    <a:pt x="2452" y="3898"/>
                  </a:cubicBezTo>
                  <a:cubicBezTo>
                    <a:pt x="2458" y="3898"/>
                    <a:pt x="2463" y="3897"/>
                    <a:pt x="2468" y="3895"/>
                  </a:cubicBezTo>
                  <a:cubicBezTo>
                    <a:pt x="2792" y="3773"/>
                    <a:pt x="5277" y="772"/>
                    <a:pt x="5090" y="607"/>
                  </a:cubicBezTo>
                  <a:cubicBezTo>
                    <a:pt x="5085" y="602"/>
                    <a:pt x="5079" y="600"/>
                    <a:pt x="5071" y="600"/>
                  </a:cubicBezTo>
                  <a:cubicBezTo>
                    <a:pt x="4798" y="600"/>
                    <a:pt x="2907" y="3247"/>
                    <a:pt x="2514" y="3247"/>
                  </a:cubicBezTo>
                  <a:cubicBezTo>
                    <a:pt x="2505" y="3247"/>
                    <a:pt x="2496" y="3246"/>
                    <a:pt x="2489" y="3243"/>
                  </a:cubicBezTo>
                  <a:cubicBezTo>
                    <a:pt x="2185" y="3126"/>
                    <a:pt x="472" y="1"/>
                    <a:pt x="80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3">
              <a:extLst>
                <a:ext uri="{FF2B5EF4-FFF2-40B4-BE49-F238E27FC236}">
                  <a16:creationId xmlns:a16="http://schemas.microsoft.com/office/drawing/2014/main" id="{4CC0B6B8-31C3-8B1C-D74A-60CF1C964081}"/>
                </a:ext>
              </a:extLst>
            </p:cNvPr>
            <p:cNvSpPr/>
            <p:nvPr/>
          </p:nvSpPr>
          <p:spPr>
            <a:xfrm>
              <a:off x="4553125" y="4695500"/>
              <a:ext cx="131925" cy="97475"/>
            </a:xfrm>
            <a:custGeom>
              <a:avLst/>
              <a:gdLst/>
              <a:ahLst/>
              <a:cxnLst/>
              <a:rect l="l" t="t" r="r" b="b"/>
              <a:pathLst>
                <a:path w="5277" h="3899" extrusionOk="0">
                  <a:moveTo>
                    <a:pt x="81" y="0"/>
                  </a:moveTo>
                  <a:cubicBezTo>
                    <a:pt x="33" y="0"/>
                    <a:pt x="5" y="46"/>
                    <a:pt x="1" y="150"/>
                  </a:cubicBezTo>
                  <a:cubicBezTo>
                    <a:pt x="1" y="150"/>
                    <a:pt x="2079" y="3898"/>
                    <a:pt x="2453" y="3898"/>
                  </a:cubicBezTo>
                  <a:cubicBezTo>
                    <a:pt x="2459" y="3898"/>
                    <a:pt x="2465" y="3897"/>
                    <a:pt x="2470" y="3895"/>
                  </a:cubicBezTo>
                  <a:cubicBezTo>
                    <a:pt x="2795" y="3774"/>
                    <a:pt x="5277" y="774"/>
                    <a:pt x="5092" y="608"/>
                  </a:cubicBezTo>
                  <a:cubicBezTo>
                    <a:pt x="5087" y="603"/>
                    <a:pt x="5080" y="601"/>
                    <a:pt x="5072" y="601"/>
                  </a:cubicBezTo>
                  <a:cubicBezTo>
                    <a:pt x="4799" y="601"/>
                    <a:pt x="2908" y="3248"/>
                    <a:pt x="2515" y="3248"/>
                  </a:cubicBezTo>
                  <a:cubicBezTo>
                    <a:pt x="2506" y="3248"/>
                    <a:pt x="2498" y="3247"/>
                    <a:pt x="2491" y="3244"/>
                  </a:cubicBezTo>
                  <a:cubicBezTo>
                    <a:pt x="2187" y="3126"/>
                    <a:pt x="474" y="0"/>
                    <a:pt x="81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3">
              <a:extLst>
                <a:ext uri="{FF2B5EF4-FFF2-40B4-BE49-F238E27FC236}">
                  <a16:creationId xmlns:a16="http://schemas.microsoft.com/office/drawing/2014/main" id="{909CE420-12FD-8B55-70DE-2A66D843C9E2}"/>
                </a:ext>
              </a:extLst>
            </p:cNvPr>
            <p:cNvSpPr/>
            <p:nvPr/>
          </p:nvSpPr>
          <p:spPr>
            <a:xfrm>
              <a:off x="4534300" y="4796500"/>
              <a:ext cx="44225" cy="56825"/>
            </a:xfrm>
            <a:custGeom>
              <a:avLst/>
              <a:gdLst/>
              <a:ahLst/>
              <a:cxnLst/>
              <a:rect l="l" t="t" r="r" b="b"/>
              <a:pathLst>
                <a:path w="1769" h="2273" extrusionOk="0">
                  <a:moveTo>
                    <a:pt x="81" y="0"/>
                  </a:moveTo>
                  <a:cubicBezTo>
                    <a:pt x="33" y="0"/>
                    <a:pt x="4" y="47"/>
                    <a:pt x="1" y="150"/>
                  </a:cubicBezTo>
                  <a:cubicBezTo>
                    <a:pt x="1" y="150"/>
                    <a:pt x="467" y="988"/>
                    <a:pt x="996" y="1872"/>
                  </a:cubicBezTo>
                  <a:cubicBezTo>
                    <a:pt x="1246" y="2008"/>
                    <a:pt x="1504" y="2142"/>
                    <a:pt x="1768" y="2273"/>
                  </a:cubicBezTo>
                  <a:cubicBezTo>
                    <a:pt x="1147" y="1318"/>
                    <a:pt x="336" y="0"/>
                    <a:pt x="81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3">
              <a:extLst>
                <a:ext uri="{FF2B5EF4-FFF2-40B4-BE49-F238E27FC236}">
                  <a16:creationId xmlns:a16="http://schemas.microsoft.com/office/drawing/2014/main" id="{39CB05B9-A45F-C753-7D9A-230532ED9061}"/>
                </a:ext>
              </a:extLst>
            </p:cNvPr>
            <p:cNvSpPr/>
            <p:nvPr/>
          </p:nvSpPr>
          <p:spPr>
            <a:xfrm>
              <a:off x="4610050" y="4811450"/>
              <a:ext cx="54625" cy="59650"/>
            </a:xfrm>
            <a:custGeom>
              <a:avLst/>
              <a:gdLst/>
              <a:ahLst/>
              <a:cxnLst/>
              <a:rect l="l" t="t" r="r" b="b"/>
              <a:pathLst>
                <a:path w="2185" h="2386" extrusionOk="0">
                  <a:moveTo>
                    <a:pt x="2041" y="0"/>
                  </a:moveTo>
                  <a:cubicBezTo>
                    <a:pt x="1837" y="0"/>
                    <a:pt x="720" y="1492"/>
                    <a:pt x="10" y="2236"/>
                  </a:cubicBezTo>
                  <a:cubicBezTo>
                    <a:pt x="6" y="2240"/>
                    <a:pt x="5" y="2243"/>
                    <a:pt x="1" y="2247"/>
                  </a:cubicBezTo>
                  <a:cubicBezTo>
                    <a:pt x="5" y="2248"/>
                    <a:pt x="6" y="2248"/>
                    <a:pt x="10" y="2249"/>
                  </a:cubicBezTo>
                  <a:cubicBezTo>
                    <a:pt x="119" y="2295"/>
                    <a:pt x="230" y="2340"/>
                    <a:pt x="342" y="2386"/>
                  </a:cubicBezTo>
                  <a:cubicBezTo>
                    <a:pt x="1154" y="1452"/>
                    <a:pt x="2184" y="119"/>
                    <a:pt x="2060" y="7"/>
                  </a:cubicBezTo>
                  <a:cubicBezTo>
                    <a:pt x="2055" y="3"/>
                    <a:pt x="2049" y="0"/>
                    <a:pt x="2041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3">
              <a:extLst>
                <a:ext uri="{FF2B5EF4-FFF2-40B4-BE49-F238E27FC236}">
                  <a16:creationId xmlns:a16="http://schemas.microsoft.com/office/drawing/2014/main" id="{8785AFEE-F993-C715-142D-6AABCDD41BD4}"/>
                </a:ext>
              </a:extLst>
            </p:cNvPr>
            <p:cNvSpPr/>
            <p:nvPr/>
          </p:nvSpPr>
          <p:spPr>
            <a:xfrm>
              <a:off x="4330100" y="4246475"/>
              <a:ext cx="168300" cy="532950"/>
            </a:xfrm>
            <a:custGeom>
              <a:avLst/>
              <a:gdLst/>
              <a:ahLst/>
              <a:cxnLst/>
              <a:rect l="l" t="t" r="r" b="b"/>
              <a:pathLst>
                <a:path w="6732" h="21318" extrusionOk="0">
                  <a:moveTo>
                    <a:pt x="3076" y="0"/>
                  </a:moveTo>
                  <a:cubicBezTo>
                    <a:pt x="2990" y="0"/>
                    <a:pt x="2904" y="42"/>
                    <a:pt x="2819" y="129"/>
                  </a:cubicBezTo>
                  <a:cubicBezTo>
                    <a:pt x="2819" y="129"/>
                    <a:pt x="1590" y="1954"/>
                    <a:pt x="21" y="4476"/>
                  </a:cubicBezTo>
                  <a:lnTo>
                    <a:pt x="21" y="9449"/>
                  </a:lnTo>
                  <a:lnTo>
                    <a:pt x="21" y="9553"/>
                  </a:lnTo>
                  <a:cubicBezTo>
                    <a:pt x="21" y="9553"/>
                    <a:pt x="1" y="11097"/>
                    <a:pt x="605" y="13266"/>
                  </a:cubicBezTo>
                  <a:cubicBezTo>
                    <a:pt x="702" y="13610"/>
                    <a:pt x="813" y="13972"/>
                    <a:pt x="943" y="14345"/>
                  </a:cubicBezTo>
                  <a:cubicBezTo>
                    <a:pt x="1057" y="14671"/>
                    <a:pt x="1184" y="15003"/>
                    <a:pt x="1328" y="15346"/>
                  </a:cubicBezTo>
                  <a:cubicBezTo>
                    <a:pt x="1344" y="15380"/>
                    <a:pt x="1358" y="15417"/>
                    <a:pt x="1373" y="15451"/>
                  </a:cubicBezTo>
                  <a:cubicBezTo>
                    <a:pt x="1600" y="15982"/>
                    <a:pt x="1866" y="16529"/>
                    <a:pt x="2176" y="17081"/>
                  </a:cubicBezTo>
                  <a:cubicBezTo>
                    <a:pt x="2226" y="17173"/>
                    <a:pt x="2277" y="17263"/>
                    <a:pt x="2332" y="17357"/>
                  </a:cubicBezTo>
                  <a:cubicBezTo>
                    <a:pt x="2969" y="18444"/>
                    <a:pt x="3779" y="19550"/>
                    <a:pt x="4813" y="20609"/>
                  </a:cubicBezTo>
                  <a:cubicBezTo>
                    <a:pt x="5046" y="20847"/>
                    <a:pt x="5289" y="21084"/>
                    <a:pt x="5547" y="21318"/>
                  </a:cubicBezTo>
                  <a:cubicBezTo>
                    <a:pt x="5984" y="21302"/>
                    <a:pt x="6300" y="21270"/>
                    <a:pt x="6457" y="21226"/>
                  </a:cubicBezTo>
                  <a:cubicBezTo>
                    <a:pt x="6731" y="21145"/>
                    <a:pt x="6713" y="19201"/>
                    <a:pt x="6499" y="16517"/>
                  </a:cubicBezTo>
                  <a:cubicBezTo>
                    <a:pt x="5998" y="10264"/>
                    <a:pt x="4436" y="0"/>
                    <a:pt x="3076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3">
              <a:extLst>
                <a:ext uri="{FF2B5EF4-FFF2-40B4-BE49-F238E27FC236}">
                  <a16:creationId xmlns:a16="http://schemas.microsoft.com/office/drawing/2014/main" id="{58CD7D9B-A473-1542-C962-82304ED32CDB}"/>
                </a:ext>
              </a:extLst>
            </p:cNvPr>
            <p:cNvSpPr/>
            <p:nvPr/>
          </p:nvSpPr>
          <p:spPr>
            <a:xfrm>
              <a:off x="4330650" y="4378325"/>
              <a:ext cx="114825" cy="254475"/>
            </a:xfrm>
            <a:custGeom>
              <a:avLst/>
              <a:gdLst/>
              <a:ahLst/>
              <a:cxnLst/>
              <a:rect l="l" t="t" r="r" b="b"/>
              <a:pathLst>
                <a:path w="4593" h="10179" extrusionOk="0">
                  <a:moveTo>
                    <a:pt x="2701" y="0"/>
                  </a:moveTo>
                  <a:cubicBezTo>
                    <a:pt x="2675" y="0"/>
                    <a:pt x="2638" y="59"/>
                    <a:pt x="2588" y="185"/>
                  </a:cubicBezTo>
                  <a:cubicBezTo>
                    <a:pt x="2588" y="185"/>
                    <a:pt x="2088" y="2846"/>
                    <a:pt x="1486" y="6070"/>
                  </a:cubicBezTo>
                  <a:cubicBezTo>
                    <a:pt x="1163" y="5596"/>
                    <a:pt x="492" y="4165"/>
                    <a:pt x="1" y="3352"/>
                  </a:cubicBezTo>
                  <a:lnTo>
                    <a:pt x="1" y="4176"/>
                  </a:lnTo>
                  <a:cubicBezTo>
                    <a:pt x="445" y="5129"/>
                    <a:pt x="1038" y="6337"/>
                    <a:pt x="1361" y="6737"/>
                  </a:cubicBezTo>
                  <a:cubicBezTo>
                    <a:pt x="1237" y="7397"/>
                    <a:pt x="1110" y="8073"/>
                    <a:pt x="982" y="8751"/>
                  </a:cubicBezTo>
                  <a:cubicBezTo>
                    <a:pt x="861" y="8527"/>
                    <a:pt x="725" y="8265"/>
                    <a:pt x="584" y="7994"/>
                  </a:cubicBezTo>
                  <a:lnTo>
                    <a:pt x="584" y="7994"/>
                  </a:lnTo>
                  <a:cubicBezTo>
                    <a:pt x="680" y="8337"/>
                    <a:pt x="793" y="8701"/>
                    <a:pt x="924" y="9072"/>
                  </a:cubicBezTo>
                  <a:cubicBezTo>
                    <a:pt x="1036" y="9398"/>
                    <a:pt x="1166" y="9732"/>
                    <a:pt x="1308" y="10073"/>
                  </a:cubicBezTo>
                  <a:cubicBezTo>
                    <a:pt x="1322" y="10108"/>
                    <a:pt x="1337" y="10143"/>
                    <a:pt x="1354" y="10179"/>
                  </a:cubicBezTo>
                  <a:cubicBezTo>
                    <a:pt x="1358" y="10141"/>
                    <a:pt x="1365" y="10104"/>
                    <a:pt x="1370" y="10066"/>
                  </a:cubicBezTo>
                  <a:cubicBezTo>
                    <a:pt x="1803" y="9859"/>
                    <a:pt x="4424" y="7223"/>
                    <a:pt x="4258" y="7045"/>
                  </a:cubicBezTo>
                  <a:cubicBezTo>
                    <a:pt x="4253" y="7038"/>
                    <a:pt x="4245" y="7036"/>
                    <a:pt x="4235" y="7036"/>
                  </a:cubicBezTo>
                  <a:cubicBezTo>
                    <a:pt x="3948" y="7036"/>
                    <a:pt x="1916" y="9380"/>
                    <a:pt x="1472" y="9434"/>
                  </a:cubicBezTo>
                  <a:cubicBezTo>
                    <a:pt x="1625" y="8485"/>
                    <a:pt x="1775" y="7522"/>
                    <a:pt x="1919" y="6595"/>
                  </a:cubicBezTo>
                  <a:cubicBezTo>
                    <a:pt x="2762" y="5875"/>
                    <a:pt x="4592" y="3987"/>
                    <a:pt x="4453" y="3838"/>
                  </a:cubicBezTo>
                  <a:cubicBezTo>
                    <a:pt x="4448" y="3832"/>
                    <a:pt x="4440" y="3829"/>
                    <a:pt x="4430" y="3829"/>
                  </a:cubicBezTo>
                  <a:cubicBezTo>
                    <a:pt x="4193" y="3829"/>
                    <a:pt x="2740" y="5458"/>
                    <a:pt x="2005" y="6033"/>
                  </a:cubicBezTo>
                  <a:cubicBezTo>
                    <a:pt x="2508" y="2727"/>
                    <a:pt x="2873" y="0"/>
                    <a:pt x="2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3">
              <a:extLst>
                <a:ext uri="{FF2B5EF4-FFF2-40B4-BE49-F238E27FC236}">
                  <a16:creationId xmlns:a16="http://schemas.microsoft.com/office/drawing/2014/main" id="{B4165D5E-5214-D405-A85A-BA739FEF1BC7}"/>
                </a:ext>
              </a:extLst>
            </p:cNvPr>
            <p:cNvSpPr/>
            <p:nvPr/>
          </p:nvSpPr>
          <p:spPr>
            <a:xfrm>
              <a:off x="4384475" y="4653050"/>
              <a:ext cx="26175" cy="27350"/>
            </a:xfrm>
            <a:custGeom>
              <a:avLst/>
              <a:gdLst/>
              <a:ahLst/>
              <a:cxnLst/>
              <a:rect l="l" t="t" r="r" b="b"/>
              <a:pathLst>
                <a:path w="1047" h="1094" extrusionOk="0">
                  <a:moveTo>
                    <a:pt x="956" y="1"/>
                  </a:moveTo>
                  <a:cubicBezTo>
                    <a:pt x="844" y="1"/>
                    <a:pt x="456" y="369"/>
                    <a:pt x="1" y="818"/>
                  </a:cubicBezTo>
                  <a:cubicBezTo>
                    <a:pt x="51" y="909"/>
                    <a:pt x="102" y="1000"/>
                    <a:pt x="157" y="1094"/>
                  </a:cubicBezTo>
                  <a:cubicBezTo>
                    <a:pt x="665" y="547"/>
                    <a:pt x="1046" y="80"/>
                    <a:pt x="979" y="9"/>
                  </a:cubicBezTo>
                  <a:cubicBezTo>
                    <a:pt x="974" y="3"/>
                    <a:pt x="966" y="1"/>
                    <a:pt x="9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3">
              <a:extLst>
                <a:ext uri="{FF2B5EF4-FFF2-40B4-BE49-F238E27FC236}">
                  <a16:creationId xmlns:a16="http://schemas.microsoft.com/office/drawing/2014/main" id="{EF58BD55-F84B-9DE0-458B-5F5C1DA6D979}"/>
                </a:ext>
              </a:extLst>
            </p:cNvPr>
            <p:cNvSpPr/>
            <p:nvPr/>
          </p:nvSpPr>
          <p:spPr>
            <a:xfrm>
              <a:off x="5075150" y="4428375"/>
              <a:ext cx="295975" cy="485925"/>
            </a:xfrm>
            <a:custGeom>
              <a:avLst/>
              <a:gdLst/>
              <a:ahLst/>
              <a:cxnLst/>
              <a:rect l="l" t="t" r="r" b="b"/>
              <a:pathLst>
                <a:path w="11839" h="19437" extrusionOk="0">
                  <a:moveTo>
                    <a:pt x="11838" y="14868"/>
                  </a:moveTo>
                  <a:cubicBezTo>
                    <a:pt x="11626" y="15033"/>
                    <a:pt x="11408" y="15198"/>
                    <a:pt x="11183" y="15358"/>
                  </a:cubicBezTo>
                  <a:cubicBezTo>
                    <a:pt x="10476" y="15863"/>
                    <a:pt x="9701" y="16341"/>
                    <a:pt x="8846" y="16785"/>
                  </a:cubicBezTo>
                  <a:lnTo>
                    <a:pt x="8846" y="16785"/>
                  </a:lnTo>
                  <a:cubicBezTo>
                    <a:pt x="8736" y="16842"/>
                    <a:pt x="8623" y="16900"/>
                    <a:pt x="8511" y="16956"/>
                  </a:cubicBezTo>
                  <a:cubicBezTo>
                    <a:pt x="8082" y="17167"/>
                    <a:pt x="7637" y="17371"/>
                    <a:pt x="7172" y="17566"/>
                  </a:cubicBezTo>
                  <a:cubicBezTo>
                    <a:pt x="6966" y="17653"/>
                    <a:pt x="6757" y="17737"/>
                    <a:pt x="6543" y="17819"/>
                  </a:cubicBezTo>
                  <a:cubicBezTo>
                    <a:pt x="6187" y="17955"/>
                    <a:pt x="5819" y="18086"/>
                    <a:pt x="5439" y="18211"/>
                  </a:cubicBezTo>
                  <a:cubicBezTo>
                    <a:pt x="5290" y="18260"/>
                    <a:pt x="5139" y="18309"/>
                    <a:pt x="4985" y="18356"/>
                  </a:cubicBezTo>
                  <a:cubicBezTo>
                    <a:pt x="3704" y="18754"/>
                    <a:pt x="2299" y="19081"/>
                    <a:pt x="760" y="19325"/>
                  </a:cubicBezTo>
                  <a:cubicBezTo>
                    <a:pt x="511" y="19365"/>
                    <a:pt x="259" y="19401"/>
                    <a:pt x="3" y="19436"/>
                  </a:cubicBezTo>
                  <a:cubicBezTo>
                    <a:pt x="0" y="18593"/>
                    <a:pt x="77" y="17589"/>
                    <a:pt x="210" y="16494"/>
                  </a:cubicBezTo>
                  <a:cubicBezTo>
                    <a:pt x="958" y="10319"/>
                    <a:pt x="3480" y="1211"/>
                    <a:pt x="3480" y="1211"/>
                  </a:cubicBezTo>
                  <a:cubicBezTo>
                    <a:pt x="4064" y="0"/>
                    <a:pt x="6534" y="4008"/>
                    <a:pt x="8893" y="8640"/>
                  </a:cubicBezTo>
                  <a:cubicBezTo>
                    <a:pt x="9960" y="10729"/>
                    <a:pt x="11003" y="12948"/>
                    <a:pt x="11838" y="14868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3">
              <a:extLst>
                <a:ext uri="{FF2B5EF4-FFF2-40B4-BE49-F238E27FC236}">
                  <a16:creationId xmlns:a16="http://schemas.microsoft.com/office/drawing/2014/main" id="{0F2BEA9D-DE44-B000-7DE3-11AC16E767D0}"/>
                </a:ext>
              </a:extLst>
            </p:cNvPr>
            <p:cNvSpPr/>
            <p:nvPr/>
          </p:nvSpPr>
          <p:spPr>
            <a:xfrm>
              <a:off x="5199350" y="4581425"/>
              <a:ext cx="55175" cy="292475"/>
            </a:xfrm>
            <a:custGeom>
              <a:avLst/>
              <a:gdLst/>
              <a:ahLst/>
              <a:cxnLst/>
              <a:rect l="l" t="t" r="r" b="b"/>
              <a:pathLst>
                <a:path w="2207" h="11699" extrusionOk="0">
                  <a:moveTo>
                    <a:pt x="54" y="1"/>
                  </a:moveTo>
                  <a:cubicBezTo>
                    <a:pt x="27" y="1"/>
                    <a:pt x="9" y="69"/>
                    <a:pt x="1" y="212"/>
                  </a:cubicBezTo>
                  <a:cubicBezTo>
                    <a:pt x="1" y="212"/>
                    <a:pt x="370" y="2895"/>
                    <a:pt x="815" y="6145"/>
                  </a:cubicBezTo>
                  <a:cubicBezTo>
                    <a:pt x="844" y="6366"/>
                    <a:pt x="875" y="6590"/>
                    <a:pt x="907" y="6816"/>
                  </a:cubicBezTo>
                  <a:cubicBezTo>
                    <a:pt x="997" y="7483"/>
                    <a:pt x="1090" y="8165"/>
                    <a:pt x="1185" y="8847"/>
                  </a:cubicBezTo>
                  <a:cubicBezTo>
                    <a:pt x="1216" y="9085"/>
                    <a:pt x="1249" y="9324"/>
                    <a:pt x="1283" y="9560"/>
                  </a:cubicBezTo>
                  <a:cubicBezTo>
                    <a:pt x="1383" y="10286"/>
                    <a:pt x="1480" y="11005"/>
                    <a:pt x="1576" y="11698"/>
                  </a:cubicBezTo>
                  <a:cubicBezTo>
                    <a:pt x="1791" y="11616"/>
                    <a:pt x="1999" y="11533"/>
                    <a:pt x="2207" y="11446"/>
                  </a:cubicBezTo>
                  <a:cubicBezTo>
                    <a:pt x="2127" y="10963"/>
                    <a:pt x="2048" y="10469"/>
                    <a:pt x="1967" y="9974"/>
                  </a:cubicBezTo>
                  <a:cubicBezTo>
                    <a:pt x="1935" y="9765"/>
                    <a:pt x="1900" y="9554"/>
                    <a:pt x="1866" y="9342"/>
                  </a:cubicBezTo>
                  <a:cubicBezTo>
                    <a:pt x="1708" y="8393"/>
                    <a:pt x="1548" y="7432"/>
                    <a:pt x="1392" y="6508"/>
                  </a:cubicBezTo>
                  <a:cubicBezTo>
                    <a:pt x="1360" y="6319"/>
                    <a:pt x="1327" y="6133"/>
                    <a:pt x="1296" y="5946"/>
                  </a:cubicBezTo>
                  <a:cubicBezTo>
                    <a:pt x="734" y="2684"/>
                    <a:pt x="222" y="1"/>
                    <a:pt x="54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3">
              <a:extLst>
                <a:ext uri="{FF2B5EF4-FFF2-40B4-BE49-F238E27FC236}">
                  <a16:creationId xmlns:a16="http://schemas.microsoft.com/office/drawing/2014/main" id="{EB01F42C-8AEC-B40F-F998-6FE1852FB30D}"/>
                </a:ext>
              </a:extLst>
            </p:cNvPr>
            <p:cNvSpPr/>
            <p:nvPr/>
          </p:nvSpPr>
          <p:spPr>
            <a:xfrm>
              <a:off x="5145325" y="4658475"/>
              <a:ext cx="132575" cy="95275"/>
            </a:xfrm>
            <a:custGeom>
              <a:avLst/>
              <a:gdLst/>
              <a:ahLst/>
              <a:cxnLst/>
              <a:rect l="l" t="t" r="r" b="b"/>
              <a:pathLst>
                <a:path w="5303" h="3811" extrusionOk="0">
                  <a:moveTo>
                    <a:pt x="5072" y="1"/>
                  </a:moveTo>
                  <a:cubicBezTo>
                    <a:pt x="4819" y="1"/>
                    <a:pt x="3525" y="3162"/>
                    <a:pt x="3157" y="3162"/>
                  </a:cubicBezTo>
                  <a:cubicBezTo>
                    <a:pt x="3154" y="3162"/>
                    <a:pt x="3151" y="3162"/>
                    <a:pt x="3148" y="3162"/>
                  </a:cubicBezTo>
                  <a:cubicBezTo>
                    <a:pt x="2831" y="3118"/>
                    <a:pt x="527" y="550"/>
                    <a:pt x="87" y="550"/>
                  </a:cubicBezTo>
                  <a:cubicBezTo>
                    <a:pt x="25" y="550"/>
                    <a:pt x="0" y="601"/>
                    <a:pt x="23" y="717"/>
                  </a:cubicBezTo>
                  <a:cubicBezTo>
                    <a:pt x="23" y="717"/>
                    <a:pt x="2822" y="3810"/>
                    <a:pt x="3247" y="3810"/>
                  </a:cubicBezTo>
                  <a:cubicBezTo>
                    <a:pt x="3259" y="3810"/>
                    <a:pt x="3270" y="3808"/>
                    <a:pt x="3278" y="3802"/>
                  </a:cubicBezTo>
                  <a:cubicBezTo>
                    <a:pt x="3567" y="3609"/>
                    <a:pt x="5303" y="125"/>
                    <a:pt x="5084" y="4"/>
                  </a:cubicBezTo>
                  <a:cubicBezTo>
                    <a:pt x="5081" y="2"/>
                    <a:pt x="5076" y="1"/>
                    <a:pt x="507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3">
              <a:extLst>
                <a:ext uri="{FF2B5EF4-FFF2-40B4-BE49-F238E27FC236}">
                  <a16:creationId xmlns:a16="http://schemas.microsoft.com/office/drawing/2014/main" id="{5B6A4250-66D4-89E4-1DAC-6BB301C066A0}"/>
                </a:ext>
              </a:extLst>
            </p:cNvPr>
            <p:cNvSpPr/>
            <p:nvPr/>
          </p:nvSpPr>
          <p:spPr>
            <a:xfrm>
              <a:off x="5166025" y="4736075"/>
              <a:ext cx="132600" cy="95250"/>
            </a:xfrm>
            <a:custGeom>
              <a:avLst/>
              <a:gdLst/>
              <a:ahLst/>
              <a:cxnLst/>
              <a:rect l="l" t="t" r="r" b="b"/>
              <a:pathLst>
                <a:path w="5304" h="3810" extrusionOk="0">
                  <a:moveTo>
                    <a:pt x="5072" y="1"/>
                  </a:moveTo>
                  <a:cubicBezTo>
                    <a:pt x="4819" y="1"/>
                    <a:pt x="3525" y="3162"/>
                    <a:pt x="3158" y="3162"/>
                  </a:cubicBezTo>
                  <a:cubicBezTo>
                    <a:pt x="3155" y="3162"/>
                    <a:pt x="3153" y="3162"/>
                    <a:pt x="3150" y="3162"/>
                  </a:cubicBezTo>
                  <a:cubicBezTo>
                    <a:pt x="2833" y="3119"/>
                    <a:pt x="527" y="550"/>
                    <a:pt x="87" y="550"/>
                  </a:cubicBezTo>
                  <a:cubicBezTo>
                    <a:pt x="25" y="550"/>
                    <a:pt x="0" y="601"/>
                    <a:pt x="23" y="716"/>
                  </a:cubicBezTo>
                  <a:cubicBezTo>
                    <a:pt x="23" y="716"/>
                    <a:pt x="2822" y="3810"/>
                    <a:pt x="3247" y="3810"/>
                  </a:cubicBezTo>
                  <a:cubicBezTo>
                    <a:pt x="3259" y="3810"/>
                    <a:pt x="3270" y="3807"/>
                    <a:pt x="3278" y="3802"/>
                  </a:cubicBezTo>
                  <a:cubicBezTo>
                    <a:pt x="3568" y="3608"/>
                    <a:pt x="5303" y="125"/>
                    <a:pt x="5085" y="4"/>
                  </a:cubicBezTo>
                  <a:cubicBezTo>
                    <a:pt x="5081" y="2"/>
                    <a:pt x="5076" y="1"/>
                    <a:pt x="507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3">
              <a:extLst>
                <a:ext uri="{FF2B5EF4-FFF2-40B4-BE49-F238E27FC236}">
                  <a16:creationId xmlns:a16="http://schemas.microsoft.com/office/drawing/2014/main" id="{722CF674-3354-33E8-7D0D-472D392CA0C9}"/>
                </a:ext>
              </a:extLst>
            </p:cNvPr>
            <p:cNvSpPr/>
            <p:nvPr/>
          </p:nvSpPr>
          <p:spPr>
            <a:xfrm>
              <a:off x="5170650" y="4852450"/>
              <a:ext cx="40550" cy="34875"/>
            </a:xfrm>
            <a:custGeom>
              <a:avLst/>
              <a:gdLst/>
              <a:ahLst/>
              <a:cxnLst/>
              <a:rect l="l" t="t" r="r" b="b"/>
              <a:pathLst>
                <a:path w="1622" h="1395" extrusionOk="0">
                  <a:moveTo>
                    <a:pt x="86" y="0"/>
                  </a:moveTo>
                  <a:cubicBezTo>
                    <a:pt x="25" y="0"/>
                    <a:pt x="0" y="51"/>
                    <a:pt x="23" y="166"/>
                  </a:cubicBezTo>
                  <a:cubicBezTo>
                    <a:pt x="23" y="166"/>
                    <a:pt x="543" y="740"/>
                    <a:pt x="1167" y="1394"/>
                  </a:cubicBezTo>
                  <a:cubicBezTo>
                    <a:pt x="1320" y="1347"/>
                    <a:pt x="1472" y="1298"/>
                    <a:pt x="1622" y="1250"/>
                  </a:cubicBezTo>
                  <a:cubicBezTo>
                    <a:pt x="964" y="616"/>
                    <a:pt x="301" y="0"/>
                    <a:pt x="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3">
              <a:extLst>
                <a:ext uri="{FF2B5EF4-FFF2-40B4-BE49-F238E27FC236}">
                  <a16:creationId xmlns:a16="http://schemas.microsoft.com/office/drawing/2014/main" id="{3F63BCBF-A640-75A2-6D40-274A13478D04}"/>
                </a:ext>
              </a:extLst>
            </p:cNvPr>
            <p:cNvSpPr/>
            <p:nvPr/>
          </p:nvSpPr>
          <p:spPr>
            <a:xfrm>
              <a:off x="5287950" y="4838725"/>
              <a:ext cx="10800" cy="13550"/>
            </a:xfrm>
            <a:custGeom>
              <a:avLst/>
              <a:gdLst/>
              <a:ahLst/>
              <a:cxnLst/>
              <a:rect l="l" t="t" r="r" b="b"/>
              <a:pathLst>
                <a:path w="432" h="542" extrusionOk="0">
                  <a:moveTo>
                    <a:pt x="379" y="0"/>
                  </a:moveTo>
                  <a:cubicBezTo>
                    <a:pt x="314" y="0"/>
                    <a:pt x="175" y="219"/>
                    <a:pt x="0" y="542"/>
                  </a:cubicBezTo>
                  <a:cubicBezTo>
                    <a:pt x="113" y="486"/>
                    <a:pt x="226" y="428"/>
                    <a:pt x="336" y="371"/>
                  </a:cubicBezTo>
                  <a:cubicBezTo>
                    <a:pt x="405" y="163"/>
                    <a:pt x="432" y="27"/>
                    <a:pt x="391" y="3"/>
                  </a:cubicBezTo>
                  <a:cubicBezTo>
                    <a:pt x="388" y="1"/>
                    <a:pt x="383" y="0"/>
                    <a:pt x="3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3">
              <a:extLst>
                <a:ext uri="{FF2B5EF4-FFF2-40B4-BE49-F238E27FC236}">
                  <a16:creationId xmlns:a16="http://schemas.microsoft.com/office/drawing/2014/main" id="{1E06D3CC-B445-62C8-0A50-6392DE34C46A}"/>
                </a:ext>
              </a:extLst>
            </p:cNvPr>
            <p:cNvSpPr/>
            <p:nvPr/>
          </p:nvSpPr>
          <p:spPr>
            <a:xfrm>
              <a:off x="4330650" y="3903175"/>
              <a:ext cx="1203100" cy="319625"/>
            </a:xfrm>
            <a:custGeom>
              <a:avLst/>
              <a:gdLst/>
              <a:ahLst/>
              <a:cxnLst/>
              <a:rect l="l" t="t" r="r" b="b"/>
              <a:pathLst>
                <a:path w="48124" h="12785" extrusionOk="0">
                  <a:moveTo>
                    <a:pt x="8212" y="1"/>
                  </a:moveTo>
                  <a:cubicBezTo>
                    <a:pt x="6841" y="1"/>
                    <a:pt x="5423" y="4747"/>
                    <a:pt x="4972" y="5329"/>
                  </a:cubicBezTo>
                  <a:cubicBezTo>
                    <a:pt x="4939" y="5371"/>
                    <a:pt x="4901" y="5391"/>
                    <a:pt x="4857" y="5391"/>
                  </a:cubicBezTo>
                  <a:cubicBezTo>
                    <a:pt x="4244" y="5391"/>
                    <a:pt x="2621" y="1497"/>
                    <a:pt x="1856" y="1216"/>
                  </a:cubicBezTo>
                  <a:cubicBezTo>
                    <a:pt x="1835" y="1208"/>
                    <a:pt x="1814" y="1205"/>
                    <a:pt x="1791" y="1205"/>
                  </a:cubicBezTo>
                  <a:cubicBezTo>
                    <a:pt x="1363" y="1205"/>
                    <a:pt x="638" y="2578"/>
                    <a:pt x="1" y="4037"/>
                  </a:cubicBezTo>
                  <a:lnTo>
                    <a:pt x="1" y="12784"/>
                  </a:lnTo>
                  <a:lnTo>
                    <a:pt x="48124" y="12784"/>
                  </a:lnTo>
                  <a:lnTo>
                    <a:pt x="48124" y="3052"/>
                  </a:lnTo>
                  <a:cubicBezTo>
                    <a:pt x="47819" y="2172"/>
                    <a:pt x="47522" y="1582"/>
                    <a:pt x="47275" y="1519"/>
                  </a:cubicBezTo>
                  <a:cubicBezTo>
                    <a:pt x="47240" y="1510"/>
                    <a:pt x="47205" y="1506"/>
                    <a:pt x="47170" y="1506"/>
                  </a:cubicBezTo>
                  <a:cubicBezTo>
                    <a:pt x="46048" y="1506"/>
                    <a:pt x="44814" y="6050"/>
                    <a:pt x="44814" y="6050"/>
                  </a:cubicBezTo>
                  <a:cubicBezTo>
                    <a:pt x="44814" y="6050"/>
                    <a:pt x="43012" y="350"/>
                    <a:pt x="41954" y="313"/>
                  </a:cubicBezTo>
                  <a:cubicBezTo>
                    <a:pt x="41951" y="313"/>
                    <a:pt x="41948" y="313"/>
                    <a:pt x="41945" y="313"/>
                  </a:cubicBezTo>
                  <a:cubicBezTo>
                    <a:pt x="41002" y="313"/>
                    <a:pt x="39162" y="5805"/>
                    <a:pt x="39162" y="5805"/>
                  </a:cubicBezTo>
                  <a:cubicBezTo>
                    <a:pt x="39162" y="5805"/>
                    <a:pt x="38754" y="4649"/>
                    <a:pt x="38236" y="3418"/>
                  </a:cubicBezTo>
                  <a:cubicBezTo>
                    <a:pt x="37646" y="2013"/>
                    <a:pt x="36909" y="507"/>
                    <a:pt x="36471" y="507"/>
                  </a:cubicBezTo>
                  <a:cubicBezTo>
                    <a:pt x="36459" y="507"/>
                    <a:pt x="36447" y="508"/>
                    <a:pt x="36436" y="510"/>
                  </a:cubicBezTo>
                  <a:cubicBezTo>
                    <a:pt x="35720" y="654"/>
                    <a:pt x="34564" y="2945"/>
                    <a:pt x="33756" y="4741"/>
                  </a:cubicBezTo>
                  <a:cubicBezTo>
                    <a:pt x="33226" y="5924"/>
                    <a:pt x="32846" y="6894"/>
                    <a:pt x="32846" y="6894"/>
                  </a:cubicBezTo>
                  <a:cubicBezTo>
                    <a:pt x="32846" y="6894"/>
                    <a:pt x="32475" y="6160"/>
                    <a:pt x="31955" y="5224"/>
                  </a:cubicBezTo>
                  <a:cubicBezTo>
                    <a:pt x="31095" y="3668"/>
                    <a:pt x="29833" y="1558"/>
                    <a:pt x="29219" y="1348"/>
                  </a:cubicBezTo>
                  <a:cubicBezTo>
                    <a:pt x="29195" y="1340"/>
                    <a:pt x="29170" y="1336"/>
                    <a:pt x="29143" y="1336"/>
                  </a:cubicBezTo>
                  <a:cubicBezTo>
                    <a:pt x="28337" y="1336"/>
                    <a:pt x="26505" y="5115"/>
                    <a:pt x="25698" y="6867"/>
                  </a:cubicBezTo>
                  <a:cubicBezTo>
                    <a:pt x="25455" y="7395"/>
                    <a:pt x="25306" y="7739"/>
                    <a:pt x="25306" y="7739"/>
                  </a:cubicBezTo>
                  <a:cubicBezTo>
                    <a:pt x="25306" y="7739"/>
                    <a:pt x="24954" y="6860"/>
                    <a:pt x="24478" y="5760"/>
                  </a:cubicBezTo>
                  <a:cubicBezTo>
                    <a:pt x="23734" y="4050"/>
                    <a:pt x="22689" y="1805"/>
                    <a:pt x="22190" y="1518"/>
                  </a:cubicBezTo>
                  <a:cubicBezTo>
                    <a:pt x="22163" y="1503"/>
                    <a:pt x="22134" y="1496"/>
                    <a:pt x="22104" y="1496"/>
                  </a:cubicBezTo>
                  <a:cubicBezTo>
                    <a:pt x="21740" y="1496"/>
                    <a:pt x="21092" y="2515"/>
                    <a:pt x="20439" y="3752"/>
                  </a:cubicBezTo>
                  <a:cubicBezTo>
                    <a:pt x="19434" y="5657"/>
                    <a:pt x="18418" y="8077"/>
                    <a:pt x="18418" y="8077"/>
                  </a:cubicBezTo>
                  <a:cubicBezTo>
                    <a:pt x="18418" y="8077"/>
                    <a:pt x="17491" y="4848"/>
                    <a:pt x="16513" y="3418"/>
                  </a:cubicBezTo>
                  <a:cubicBezTo>
                    <a:pt x="16326" y="3146"/>
                    <a:pt x="16141" y="2942"/>
                    <a:pt x="15957" y="2833"/>
                  </a:cubicBezTo>
                  <a:cubicBezTo>
                    <a:pt x="15883" y="2790"/>
                    <a:pt x="15807" y="2769"/>
                    <a:pt x="15729" y="2769"/>
                  </a:cubicBezTo>
                  <a:cubicBezTo>
                    <a:pt x="15426" y="2769"/>
                    <a:pt x="15097" y="3081"/>
                    <a:pt x="14766" y="3536"/>
                  </a:cubicBezTo>
                  <a:cubicBezTo>
                    <a:pt x="13868" y="4769"/>
                    <a:pt x="12962" y="7061"/>
                    <a:pt x="12513" y="7061"/>
                  </a:cubicBezTo>
                  <a:cubicBezTo>
                    <a:pt x="11857" y="7061"/>
                    <a:pt x="10056" y="1137"/>
                    <a:pt x="8581" y="123"/>
                  </a:cubicBezTo>
                  <a:cubicBezTo>
                    <a:pt x="8459" y="39"/>
                    <a:pt x="8335" y="1"/>
                    <a:pt x="8212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3">
              <a:extLst>
                <a:ext uri="{FF2B5EF4-FFF2-40B4-BE49-F238E27FC236}">
                  <a16:creationId xmlns:a16="http://schemas.microsoft.com/office/drawing/2014/main" id="{8B40C8CA-3682-68AF-FD49-D10C6C9EA935}"/>
                </a:ext>
              </a:extLst>
            </p:cNvPr>
            <p:cNvSpPr/>
            <p:nvPr/>
          </p:nvSpPr>
          <p:spPr>
            <a:xfrm>
              <a:off x="4890000" y="4243825"/>
              <a:ext cx="75050" cy="12050"/>
            </a:xfrm>
            <a:custGeom>
              <a:avLst/>
              <a:gdLst/>
              <a:ahLst/>
              <a:cxnLst/>
              <a:rect l="l" t="t" r="r" b="b"/>
              <a:pathLst>
                <a:path w="3002" h="482" extrusionOk="0">
                  <a:moveTo>
                    <a:pt x="1698" y="1"/>
                  </a:moveTo>
                  <a:cubicBezTo>
                    <a:pt x="1184" y="1"/>
                    <a:pt x="706" y="34"/>
                    <a:pt x="706" y="34"/>
                  </a:cubicBezTo>
                  <a:cubicBezTo>
                    <a:pt x="0" y="309"/>
                    <a:pt x="974" y="481"/>
                    <a:pt x="1850" y="481"/>
                  </a:cubicBezTo>
                  <a:cubicBezTo>
                    <a:pt x="2395" y="481"/>
                    <a:pt x="2902" y="415"/>
                    <a:pt x="2943" y="265"/>
                  </a:cubicBezTo>
                  <a:cubicBezTo>
                    <a:pt x="3002" y="49"/>
                    <a:pt x="2323" y="1"/>
                    <a:pt x="1698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3">
              <a:extLst>
                <a:ext uri="{FF2B5EF4-FFF2-40B4-BE49-F238E27FC236}">
                  <a16:creationId xmlns:a16="http://schemas.microsoft.com/office/drawing/2014/main" id="{EEA008F8-777C-4A2C-B7DC-88343647EF49}"/>
                </a:ext>
              </a:extLst>
            </p:cNvPr>
            <p:cNvSpPr/>
            <p:nvPr/>
          </p:nvSpPr>
          <p:spPr>
            <a:xfrm>
              <a:off x="4970175" y="4243825"/>
              <a:ext cx="75025" cy="12050"/>
            </a:xfrm>
            <a:custGeom>
              <a:avLst/>
              <a:gdLst/>
              <a:ahLst/>
              <a:cxnLst/>
              <a:rect l="l" t="t" r="r" b="b"/>
              <a:pathLst>
                <a:path w="3001" h="482" extrusionOk="0">
                  <a:moveTo>
                    <a:pt x="1697" y="1"/>
                  </a:moveTo>
                  <a:cubicBezTo>
                    <a:pt x="1183" y="1"/>
                    <a:pt x="706" y="34"/>
                    <a:pt x="706" y="34"/>
                  </a:cubicBezTo>
                  <a:cubicBezTo>
                    <a:pt x="1" y="309"/>
                    <a:pt x="975" y="481"/>
                    <a:pt x="1851" y="481"/>
                  </a:cubicBezTo>
                  <a:cubicBezTo>
                    <a:pt x="2396" y="481"/>
                    <a:pt x="2902" y="415"/>
                    <a:pt x="2942" y="265"/>
                  </a:cubicBezTo>
                  <a:cubicBezTo>
                    <a:pt x="3000" y="49"/>
                    <a:pt x="2322" y="1"/>
                    <a:pt x="1697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3">
              <a:extLst>
                <a:ext uri="{FF2B5EF4-FFF2-40B4-BE49-F238E27FC236}">
                  <a16:creationId xmlns:a16="http://schemas.microsoft.com/office/drawing/2014/main" id="{BAF500E5-39F5-5DD0-C429-61DB8DCFE02A}"/>
                </a:ext>
              </a:extLst>
            </p:cNvPr>
            <p:cNvSpPr/>
            <p:nvPr/>
          </p:nvSpPr>
          <p:spPr>
            <a:xfrm>
              <a:off x="5051700" y="4242550"/>
              <a:ext cx="97475" cy="12425"/>
            </a:xfrm>
            <a:custGeom>
              <a:avLst/>
              <a:gdLst/>
              <a:ahLst/>
              <a:cxnLst/>
              <a:rect l="l" t="t" r="r" b="b"/>
              <a:pathLst>
                <a:path w="3899" h="497" extrusionOk="0">
                  <a:moveTo>
                    <a:pt x="1696" y="1"/>
                  </a:moveTo>
                  <a:cubicBezTo>
                    <a:pt x="1272" y="1"/>
                    <a:pt x="955" y="11"/>
                    <a:pt x="955" y="11"/>
                  </a:cubicBezTo>
                  <a:cubicBezTo>
                    <a:pt x="0" y="285"/>
                    <a:pt x="1496" y="496"/>
                    <a:pt x="2661" y="496"/>
                  </a:cubicBezTo>
                  <a:cubicBezTo>
                    <a:pt x="3262" y="496"/>
                    <a:pt x="3775" y="440"/>
                    <a:pt x="3816" y="307"/>
                  </a:cubicBezTo>
                  <a:cubicBezTo>
                    <a:pt x="3899" y="44"/>
                    <a:pt x="2571" y="1"/>
                    <a:pt x="1696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3">
              <a:extLst>
                <a:ext uri="{FF2B5EF4-FFF2-40B4-BE49-F238E27FC236}">
                  <a16:creationId xmlns:a16="http://schemas.microsoft.com/office/drawing/2014/main" id="{93732B44-7CB8-3FF9-6F6D-2FAE9BE28AB6}"/>
                </a:ext>
              </a:extLst>
            </p:cNvPr>
            <p:cNvSpPr/>
            <p:nvPr/>
          </p:nvSpPr>
          <p:spPr>
            <a:xfrm>
              <a:off x="5158600" y="4241825"/>
              <a:ext cx="75050" cy="12075"/>
            </a:xfrm>
            <a:custGeom>
              <a:avLst/>
              <a:gdLst/>
              <a:ahLst/>
              <a:cxnLst/>
              <a:rect l="l" t="t" r="r" b="b"/>
              <a:pathLst>
                <a:path w="3002" h="483" extrusionOk="0">
                  <a:moveTo>
                    <a:pt x="1702" y="1"/>
                  </a:moveTo>
                  <a:cubicBezTo>
                    <a:pt x="1187" y="1"/>
                    <a:pt x="707" y="34"/>
                    <a:pt x="707" y="34"/>
                  </a:cubicBezTo>
                  <a:cubicBezTo>
                    <a:pt x="0" y="310"/>
                    <a:pt x="975" y="482"/>
                    <a:pt x="1851" y="482"/>
                  </a:cubicBezTo>
                  <a:cubicBezTo>
                    <a:pt x="2396" y="482"/>
                    <a:pt x="2903" y="415"/>
                    <a:pt x="2943" y="265"/>
                  </a:cubicBezTo>
                  <a:cubicBezTo>
                    <a:pt x="3002" y="50"/>
                    <a:pt x="2326" y="1"/>
                    <a:pt x="170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3">
              <a:extLst>
                <a:ext uri="{FF2B5EF4-FFF2-40B4-BE49-F238E27FC236}">
                  <a16:creationId xmlns:a16="http://schemas.microsoft.com/office/drawing/2014/main" id="{C02BB9DD-E99C-03A4-6B24-E540F1E050D4}"/>
                </a:ext>
              </a:extLst>
            </p:cNvPr>
            <p:cNvSpPr/>
            <p:nvPr/>
          </p:nvSpPr>
          <p:spPr>
            <a:xfrm>
              <a:off x="5234800" y="4241825"/>
              <a:ext cx="75050" cy="12075"/>
            </a:xfrm>
            <a:custGeom>
              <a:avLst/>
              <a:gdLst/>
              <a:ahLst/>
              <a:cxnLst/>
              <a:rect l="l" t="t" r="r" b="b"/>
              <a:pathLst>
                <a:path w="3002" h="483" extrusionOk="0">
                  <a:moveTo>
                    <a:pt x="1702" y="1"/>
                  </a:moveTo>
                  <a:cubicBezTo>
                    <a:pt x="1187" y="1"/>
                    <a:pt x="707" y="34"/>
                    <a:pt x="707" y="34"/>
                  </a:cubicBezTo>
                  <a:cubicBezTo>
                    <a:pt x="0" y="310"/>
                    <a:pt x="975" y="482"/>
                    <a:pt x="1851" y="482"/>
                  </a:cubicBezTo>
                  <a:cubicBezTo>
                    <a:pt x="2396" y="482"/>
                    <a:pt x="2903" y="415"/>
                    <a:pt x="2943" y="265"/>
                  </a:cubicBezTo>
                  <a:cubicBezTo>
                    <a:pt x="3002" y="50"/>
                    <a:pt x="2326" y="1"/>
                    <a:pt x="170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3">
              <a:extLst>
                <a:ext uri="{FF2B5EF4-FFF2-40B4-BE49-F238E27FC236}">
                  <a16:creationId xmlns:a16="http://schemas.microsoft.com/office/drawing/2014/main" id="{59F891F4-F7A8-6E1B-2E5A-18F073C674EC}"/>
                </a:ext>
              </a:extLst>
            </p:cNvPr>
            <p:cNvSpPr/>
            <p:nvPr/>
          </p:nvSpPr>
          <p:spPr>
            <a:xfrm>
              <a:off x="5066400" y="4277925"/>
              <a:ext cx="75050" cy="12050"/>
            </a:xfrm>
            <a:custGeom>
              <a:avLst/>
              <a:gdLst/>
              <a:ahLst/>
              <a:cxnLst/>
              <a:rect l="l" t="t" r="r" b="b"/>
              <a:pathLst>
                <a:path w="3002" h="482" extrusionOk="0">
                  <a:moveTo>
                    <a:pt x="1698" y="1"/>
                  </a:moveTo>
                  <a:cubicBezTo>
                    <a:pt x="1184" y="1"/>
                    <a:pt x="706" y="34"/>
                    <a:pt x="706" y="34"/>
                  </a:cubicBezTo>
                  <a:cubicBezTo>
                    <a:pt x="0" y="309"/>
                    <a:pt x="976" y="482"/>
                    <a:pt x="1852" y="482"/>
                  </a:cubicBezTo>
                  <a:cubicBezTo>
                    <a:pt x="2397" y="482"/>
                    <a:pt x="2903" y="415"/>
                    <a:pt x="2943" y="265"/>
                  </a:cubicBezTo>
                  <a:cubicBezTo>
                    <a:pt x="3002" y="49"/>
                    <a:pt x="2323" y="1"/>
                    <a:pt x="1698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3">
              <a:extLst>
                <a:ext uri="{FF2B5EF4-FFF2-40B4-BE49-F238E27FC236}">
                  <a16:creationId xmlns:a16="http://schemas.microsoft.com/office/drawing/2014/main" id="{5CCFC6ED-E304-6FCB-015A-E1F639EABAC1}"/>
                </a:ext>
              </a:extLst>
            </p:cNvPr>
            <p:cNvSpPr/>
            <p:nvPr/>
          </p:nvSpPr>
          <p:spPr>
            <a:xfrm>
              <a:off x="4968150" y="4277925"/>
              <a:ext cx="75075" cy="12050"/>
            </a:xfrm>
            <a:custGeom>
              <a:avLst/>
              <a:gdLst/>
              <a:ahLst/>
              <a:cxnLst/>
              <a:rect l="l" t="t" r="r" b="b"/>
              <a:pathLst>
                <a:path w="3003" h="482" extrusionOk="0">
                  <a:moveTo>
                    <a:pt x="1698" y="1"/>
                  </a:moveTo>
                  <a:cubicBezTo>
                    <a:pt x="1184" y="1"/>
                    <a:pt x="706" y="34"/>
                    <a:pt x="706" y="34"/>
                  </a:cubicBezTo>
                  <a:cubicBezTo>
                    <a:pt x="1" y="309"/>
                    <a:pt x="977" y="482"/>
                    <a:pt x="1853" y="482"/>
                  </a:cubicBezTo>
                  <a:cubicBezTo>
                    <a:pt x="2398" y="482"/>
                    <a:pt x="2904" y="415"/>
                    <a:pt x="2944" y="265"/>
                  </a:cubicBezTo>
                  <a:cubicBezTo>
                    <a:pt x="3002" y="49"/>
                    <a:pt x="2323" y="1"/>
                    <a:pt x="1698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3">
              <a:extLst>
                <a:ext uri="{FF2B5EF4-FFF2-40B4-BE49-F238E27FC236}">
                  <a16:creationId xmlns:a16="http://schemas.microsoft.com/office/drawing/2014/main" id="{1F05D3E7-D9F2-0362-29CE-E9FACEDFF8A3}"/>
                </a:ext>
              </a:extLst>
            </p:cNvPr>
            <p:cNvSpPr/>
            <p:nvPr/>
          </p:nvSpPr>
          <p:spPr>
            <a:xfrm>
              <a:off x="4861075" y="4278850"/>
              <a:ext cx="107575" cy="12700"/>
            </a:xfrm>
            <a:custGeom>
              <a:avLst/>
              <a:gdLst/>
              <a:ahLst/>
              <a:cxnLst/>
              <a:rect l="l" t="t" r="r" b="b"/>
              <a:pathLst>
                <a:path w="4303" h="508" extrusionOk="0">
                  <a:moveTo>
                    <a:pt x="1583" y="1"/>
                  </a:moveTo>
                  <a:cubicBezTo>
                    <a:pt x="1276" y="1"/>
                    <a:pt x="1070" y="5"/>
                    <a:pt x="1070" y="5"/>
                  </a:cubicBezTo>
                  <a:cubicBezTo>
                    <a:pt x="0" y="277"/>
                    <a:pt x="1753" y="508"/>
                    <a:pt x="3039" y="508"/>
                  </a:cubicBezTo>
                  <a:cubicBezTo>
                    <a:pt x="3654" y="508"/>
                    <a:pt x="4161" y="455"/>
                    <a:pt x="4204" y="329"/>
                  </a:cubicBezTo>
                  <a:cubicBezTo>
                    <a:pt x="4302" y="37"/>
                    <a:pt x="2497" y="1"/>
                    <a:pt x="158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3">
              <a:extLst>
                <a:ext uri="{FF2B5EF4-FFF2-40B4-BE49-F238E27FC236}">
                  <a16:creationId xmlns:a16="http://schemas.microsoft.com/office/drawing/2014/main" id="{676C3330-8E5F-89AB-5BEF-790E41DC82FD}"/>
                </a:ext>
              </a:extLst>
            </p:cNvPr>
            <p:cNvSpPr/>
            <p:nvPr/>
          </p:nvSpPr>
          <p:spPr>
            <a:xfrm>
              <a:off x="4762700" y="4278625"/>
              <a:ext cx="99100" cy="12825"/>
            </a:xfrm>
            <a:custGeom>
              <a:avLst/>
              <a:gdLst/>
              <a:ahLst/>
              <a:cxnLst/>
              <a:rect l="l" t="t" r="r" b="b"/>
              <a:pathLst>
                <a:path w="3964" h="513" extrusionOk="0">
                  <a:moveTo>
                    <a:pt x="1360" y="0"/>
                  </a:moveTo>
                  <a:cubicBezTo>
                    <a:pt x="1139" y="0"/>
                    <a:pt x="997" y="3"/>
                    <a:pt x="997" y="3"/>
                  </a:cubicBezTo>
                  <a:cubicBezTo>
                    <a:pt x="1" y="272"/>
                    <a:pt x="1649" y="512"/>
                    <a:pt x="2831" y="512"/>
                  </a:cubicBezTo>
                  <a:cubicBezTo>
                    <a:pt x="3377" y="512"/>
                    <a:pt x="3823" y="461"/>
                    <a:pt x="3864" y="338"/>
                  </a:cubicBezTo>
                  <a:cubicBezTo>
                    <a:pt x="3964" y="33"/>
                    <a:pt x="2154" y="0"/>
                    <a:pt x="136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3">
              <a:extLst>
                <a:ext uri="{FF2B5EF4-FFF2-40B4-BE49-F238E27FC236}">
                  <a16:creationId xmlns:a16="http://schemas.microsoft.com/office/drawing/2014/main" id="{E37D948D-31BF-997D-8F5C-510CE08FD8E8}"/>
                </a:ext>
              </a:extLst>
            </p:cNvPr>
            <p:cNvSpPr/>
            <p:nvPr/>
          </p:nvSpPr>
          <p:spPr>
            <a:xfrm>
              <a:off x="4809775" y="4243225"/>
              <a:ext cx="75025" cy="12050"/>
            </a:xfrm>
            <a:custGeom>
              <a:avLst/>
              <a:gdLst/>
              <a:ahLst/>
              <a:cxnLst/>
              <a:rect l="l" t="t" r="r" b="b"/>
              <a:pathLst>
                <a:path w="3001" h="482" extrusionOk="0">
                  <a:moveTo>
                    <a:pt x="1701" y="1"/>
                  </a:moveTo>
                  <a:cubicBezTo>
                    <a:pt x="1186" y="1"/>
                    <a:pt x="706" y="34"/>
                    <a:pt x="706" y="34"/>
                  </a:cubicBezTo>
                  <a:cubicBezTo>
                    <a:pt x="1" y="309"/>
                    <a:pt x="975" y="482"/>
                    <a:pt x="1851" y="482"/>
                  </a:cubicBezTo>
                  <a:cubicBezTo>
                    <a:pt x="2396" y="482"/>
                    <a:pt x="2902" y="415"/>
                    <a:pt x="2942" y="265"/>
                  </a:cubicBezTo>
                  <a:cubicBezTo>
                    <a:pt x="3000" y="49"/>
                    <a:pt x="2325" y="1"/>
                    <a:pt x="170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3">
              <a:extLst>
                <a:ext uri="{FF2B5EF4-FFF2-40B4-BE49-F238E27FC236}">
                  <a16:creationId xmlns:a16="http://schemas.microsoft.com/office/drawing/2014/main" id="{6DCFDD64-C39E-F9E9-3EE4-EC27360772BF}"/>
                </a:ext>
              </a:extLst>
            </p:cNvPr>
            <p:cNvSpPr/>
            <p:nvPr/>
          </p:nvSpPr>
          <p:spPr>
            <a:xfrm>
              <a:off x="4597000" y="4243225"/>
              <a:ext cx="75025" cy="12050"/>
            </a:xfrm>
            <a:custGeom>
              <a:avLst/>
              <a:gdLst/>
              <a:ahLst/>
              <a:cxnLst/>
              <a:rect l="l" t="t" r="r" b="b"/>
              <a:pathLst>
                <a:path w="3001" h="482" extrusionOk="0">
                  <a:moveTo>
                    <a:pt x="1702" y="1"/>
                  </a:moveTo>
                  <a:cubicBezTo>
                    <a:pt x="1186" y="1"/>
                    <a:pt x="706" y="34"/>
                    <a:pt x="706" y="34"/>
                  </a:cubicBezTo>
                  <a:cubicBezTo>
                    <a:pt x="0" y="309"/>
                    <a:pt x="975" y="482"/>
                    <a:pt x="1851" y="482"/>
                  </a:cubicBezTo>
                  <a:cubicBezTo>
                    <a:pt x="2396" y="482"/>
                    <a:pt x="2903" y="415"/>
                    <a:pt x="2943" y="265"/>
                  </a:cubicBezTo>
                  <a:cubicBezTo>
                    <a:pt x="3001" y="49"/>
                    <a:pt x="2325" y="1"/>
                    <a:pt x="170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3">
              <a:extLst>
                <a:ext uri="{FF2B5EF4-FFF2-40B4-BE49-F238E27FC236}">
                  <a16:creationId xmlns:a16="http://schemas.microsoft.com/office/drawing/2014/main" id="{E53C4338-D808-E2B4-7EC2-2266EC582FB0}"/>
                </a:ext>
              </a:extLst>
            </p:cNvPr>
            <p:cNvSpPr/>
            <p:nvPr/>
          </p:nvSpPr>
          <p:spPr>
            <a:xfrm>
              <a:off x="4669225" y="4240275"/>
              <a:ext cx="129300" cy="13550"/>
            </a:xfrm>
            <a:custGeom>
              <a:avLst/>
              <a:gdLst/>
              <a:ahLst/>
              <a:cxnLst/>
              <a:rect l="l" t="t" r="r" b="b"/>
              <a:pathLst>
                <a:path w="5172" h="542" extrusionOk="0">
                  <a:moveTo>
                    <a:pt x="1329" y="0"/>
                  </a:moveTo>
                  <a:cubicBezTo>
                    <a:pt x="1323" y="0"/>
                    <a:pt x="1320" y="0"/>
                    <a:pt x="1320" y="0"/>
                  </a:cubicBezTo>
                  <a:cubicBezTo>
                    <a:pt x="1" y="264"/>
                    <a:pt x="2352" y="541"/>
                    <a:pt x="3878" y="541"/>
                  </a:cubicBezTo>
                  <a:cubicBezTo>
                    <a:pt x="4501" y="541"/>
                    <a:pt x="4987" y="495"/>
                    <a:pt x="5029" y="383"/>
                  </a:cubicBezTo>
                  <a:cubicBezTo>
                    <a:pt x="5171" y="6"/>
                    <a:pt x="1532" y="0"/>
                    <a:pt x="132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3">
              <a:extLst>
                <a:ext uri="{FF2B5EF4-FFF2-40B4-BE49-F238E27FC236}">
                  <a16:creationId xmlns:a16="http://schemas.microsoft.com/office/drawing/2014/main" id="{77DB9F3A-EA16-C467-F690-11BE22A32194}"/>
                </a:ext>
              </a:extLst>
            </p:cNvPr>
            <p:cNvSpPr/>
            <p:nvPr/>
          </p:nvSpPr>
          <p:spPr>
            <a:xfrm>
              <a:off x="4691525" y="4281675"/>
              <a:ext cx="75075" cy="12050"/>
            </a:xfrm>
            <a:custGeom>
              <a:avLst/>
              <a:gdLst/>
              <a:ahLst/>
              <a:cxnLst/>
              <a:rect l="l" t="t" r="r" b="b"/>
              <a:pathLst>
                <a:path w="3003" h="482" extrusionOk="0">
                  <a:moveTo>
                    <a:pt x="1703" y="1"/>
                  </a:moveTo>
                  <a:cubicBezTo>
                    <a:pt x="1187" y="1"/>
                    <a:pt x="707" y="34"/>
                    <a:pt x="707" y="34"/>
                  </a:cubicBezTo>
                  <a:cubicBezTo>
                    <a:pt x="1" y="309"/>
                    <a:pt x="978" y="482"/>
                    <a:pt x="1854" y="482"/>
                  </a:cubicBezTo>
                  <a:cubicBezTo>
                    <a:pt x="2398" y="482"/>
                    <a:pt x="2904" y="415"/>
                    <a:pt x="2945" y="265"/>
                  </a:cubicBezTo>
                  <a:cubicBezTo>
                    <a:pt x="3003" y="49"/>
                    <a:pt x="2327" y="1"/>
                    <a:pt x="170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3">
              <a:extLst>
                <a:ext uri="{FF2B5EF4-FFF2-40B4-BE49-F238E27FC236}">
                  <a16:creationId xmlns:a16="http://schemas.microsoft.com/office/drawing/2014/main" id="{72E2E2A4-27AC-C248-7A27-985C38F978DD}"/>
                </a:ext>
              </a:extLst>
            </p:cNvPr>
            <p:cNvSpPr/>
            <p:nvPr/>
          </p:nvSpPr>
          <p:spPr>
            <a:xfrm>
              <a:off x="5156625" y="4281675"/>
              <a:ext cx="75075" cy="12050"/>
            </a:xfrm>
            <a:custGeom>
              <a:avLst/>
              <a:gdLst/>
              <a:ahLst/>
              <a:cxnLst/>
              <a:rect l="l" t="t" r="r" b="b"/>
              <a:pathLst>
                <a:path w="3003" h="482" extrusionOk="0">
                  <a:moveTo>
                    <a:pt x="1703" y="1"/>
                  </a:moveTo>
                  <a:cubicBezTo>
                    <a:pt x="1188" y="1"/>
                    <a:pt x="708" y="34"/>
                    <a:pt x="708" y="34"/>
                  </a:cubicBezTo>
                  <a:cubicBezTo>
                    <a:pt x="1" y="309"/>
                    <a:pt x="977" y="481"/>
                    <a:pt x="1854" y="481"/>
                  </a:cubicBezTo>
                  <a:cubicBezTo>
                    <a:pt x="2398" y="481"/>
                    <a:pt x="2904" y="415"/>
                    <a:pt x="2944" y="265"/>
                  </a:cubicBezTo>
                  <a:cubicBezTo>
                    <a:pt x="3002" y="49"/>
                    <a:pt x="2326" y="1"/>
                    <a:pt x="170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3">
              <a:extLst>
                <a:ext uri="{FF2B5EF4-FFF2-40B4-BE49-F238E27FC236}">
                  <a16:creationId xmlns:a16="http://schemas.microsoft.com/office/drawing/2014/main" id="{34957EA6-6071-7F4D-B1CA-2A9DAA628E98}"/>
                </a:ext>
              </a:extLst>
            </p:cNvPr>
            <p:cNvSpPr/>
            <p:nvPr/>
          </p:nvSpPr>
          <p:spPr>
            <a:xfrm>
              <a:off x="5102575" y="4308275"/>
              <a:ext cx="42275" cy="12225"/>
            </a:xfrm>
            <a:custGeom>
              <a:avLst/>
              <a:gdLst/>
              <a:ahLst/>
              <a:cxnLst/>
              <a:rect l="l" t="t" r="r" b="b"/>
              <a:pathLst>
                <a:path w="1691" h="489" extrusionOk="0">
                  <a:moveTo>
                    <a:pt x="1183" y="0"/>
                  </a:moveTo>
                  <a:cubicBezTo>
                    <a:pt x="817" y="0"/>
                    <a:pt x="373" y="86"/>
                    <a:pt x="373" y="86"/>
                  </a:cubicBezTo>
                  <a:cubicBezTo>
                    <a:pt x="0" y="356"/>
                    <a:pt x="395" y="489"/>
                    <a:pt x="842" y="489"/>
                  </a:cubicBezTo>
                  <a:cubicBezTo>
                    <a:pt x="1214" y="489"/>
                    <a:pt x="1621" y="398"/>
                    <a:pt x="1656" y="218"/>
                  </a:cubicBezTo>
                  <a:cubicBezTo>
                    <a:pt x="1690" y="49"/>
                    <a:pt x="1459" y="0"/>
                    <a:pt x="118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3">
              <a:extLst>
                <a:ext uri="{FF2B5EF4-FFF2-40B4-BE49-F238E27FC236}">
                  <a16:creationId xmlns:a16="http://schemas.microsoft.com/office/drawing/2014/main" id="{95D02A13-F433-1DA1-0E0C-C98022372F99}"/>
                </a:ext>
              </a:extLst>
            </p:cNvPr>
            <p:cNvSpPr/>
            <p:nvPr/>
          </p:nvSpPr>
          <p:spPr>
            <a:xfrm>
              <a:off x="5237900" y="4278175"/>
              <a:ext cx="42250" cy="12225"/>
            </a:xfrm>
            <a:custGeom>
              <a:avLst/>
              <a:gdLst/>
              <a:ahLst/>
              <a:cxnLst/>
              <a:rect l="l" t="t" r="r" b="b"/>
              <a:pathLst>
                <a:path w="1690" h="489" extrusionOk="0">
                  <a:moveTo>
                    <a:pt x="1182" y="0"/>
                  </a:moveTo>
                  <a:cubicBezTo>
                    <a:pt x="816" y="0"/>
                    <a:pt x="372" y="86"/>
                    <a:pt x="372" y="86"/>
                  </a:cubicBezTo>
                  <a:cubicBezTo>
                    <a:pt x="0" y="356"/>
                    <a:pt x="395" y="489"/>
                    <a:pt x="842" y="489"/>
                  </a:cubicBezTo>
                  <a:cubicBezTo>
                    <a:pt x="1213" y="489"/>
                    <a:pt x="1620" y="398"/>
                    <a:pt x="1656" y="218"/>
                  </a:cubicBezTo>
                  <a:cubicBezTo>
                    <a:pt x="1689" y="49"/>
                    <a:pt x="1458" y="0"/>
                    <a:pt x="118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3">
              <a:extLst>
                <a:ext uri="{FF2B5EF4-FFF2-40B4-BE49-F238E27FC236}">
                  <a16:creationId xmlns:a16="http://schemas.microsoft.com/office/drawing/2014/main" id="{407E8929-3BEB-72B7-C44E-834A2ABEF4CC}"/>
                </a:ext>
              </a:extLst>
            </p:cNvPr>
            <p:cNvSpPr/>
            <p:nvPr/>
          </p:nvSpPr>
          <p:spPr>
            <a:xfrm>
              <a:off x="4653000" y="4278175"/>
              <a:ext cx="42250" cy="12225"/>
            </a:xfrm>
            <a:custGeom>
              <a:avLst/>
              <a:gdLst/>
              <a:ahLst/>
              <a:cxnLst/>
              <a:rect l="l" t="t" r="r" b="b"/>
              <a:pathLst>
                <a:path w="1690" h="489" extrusionOk="0">
                  <a:moveTo>
                    <a:pt x="1183" y="0"/>
                  </a:moveTo>
                  <a:cubicBezTo>
                    <a:pt x="817" y="0"/>
                    <a:pt x="373" y="86"/>
                    <a:pt x="373" y="86"/>
                  </a:cubicBezTo>
                  <a:cubicBezTo>
                    <a:pt x="1" y="356"/>
                    <a:pt x="396" y="489"/>
                    <a:pt x="843" y="489"/>
                  </a:cubicBezTo>
                  <a:cubicBezTo>
                    <a:pt x="1214" y="489"/>
                    <a:pt x="1621" y="398"/>
                    <a:pt x="1656" y="218"/>
                  </a:cubicBezTo>
                  <a:cubicBezTo>
                    <a:pt x="1690" y="49"/>
                    <a:pt x="1458" y="0"/>
                    <a:pt x="118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3">
              <a:extLst>
                <a:ext uri="{FF2B5EF4-FFF2-40B4-BE49-F238E27FC236}">
                  <a16:creationId xmlns:a16="http://schemas.microsoft.com/office/drawing/2014/main" id="{A28E6FF5-01A9-B8DD-6F55-4425D9482116}"/>
                </a:ext>
              </a:extLst>
            </p:cNvPr>
            <p:cNvSpPr/>
            <p:nvPr/>
          </p:nvSpPr>
          <p:spPr>
            <a:xfrm>
              <a:off x="4555275" y="4243600"/>
              <a:ext cx="42250" cy="12225"/>
            </a:xfrm>
            <a:custGeom>
              <a:avLst/>
              <a:gdLst/>
              <a:ahLst/>
              <a:cxnLst/>
              <a:rect l="l" t="t" r="r" b="b"/>
              <a:pathLst>
                <a:path w="1690" h="489" extrusionOk="0">
                  <a:moveTo>
                    <a:pt x="1182" y="1"/>
                  </a:moveTo>
                  <a:cubicBezTo>
                    <a:pt x="816" y="1"/>
                    <a:pt x="373" y="86"/>
                    <a:pt x="373" y="86"/>
                  </a:cubicBezTo>
                  <a:cubicBezTo>
                    <a:pt x="0" y="356"/>
                    <a:pt x="396" y="489"/>
                    <a:pt x="844" y="489"/>
                  </a:cubicBezTo>
                  <a:cubicBezTo>
                    <a:pt x="1215" y="489"/>
                    <a:pt x="1621" y="398"/>
                    <a:pt x="1656" y="218"/>
                  </a:cubicBezTo>
                  <a:cubicBezTo>
                    <a:pt x="1689" y="49"/>
                    <a:pt x="1457" y="1"/>
                    <a:pt x="1182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3">
              <a:extLst>
                <a:ext uri="{FF2B5EF4-FFF2-40B4-BE49-F238E27FC236}">
                  <a16:creationId xmlns:a16="http://schemas.microsoft.com/office/drawing/2014/main" id="{4DEB09A5-19C9-3D09-B203-497925DDBAD2}"/>
                </a:ext>
              </a:extLst>
            </p:cNvPr>
            <p:cNvSpPr/>
            <p:nvPr/>
          </p:nvSpPr>
          <p:spPr>
            <a:xfrm>
              <a:off x="5320575" y="4243600"/>
              <a:ext cx="42300" cy="12225"/>
            </a:xfrm>
            <a:custGeom>
              <a:avLst/>
              <a:gdLst/>
              <a:ahLst/>
              <a:cxnLst/>
              <a:rect l="l" t="t" r="r" b="b"/>
              <a:pathLst>
                <a:path w="1692" h="489" extrusionOk="0">
                  <a:moveTo>
                    <a:pt x="1184" y="1"/>
                  </a:moveTo>
                  <a:cubicBezTo>
                    <a:pt x="817" y="1"/>
                    <a:pt x="374" y="86"/>
                    <a:pt x="374" y="86"/>
                  </a:cubicBezTo>
                  <a:cubicBezTo>
                    <a:pt x="1" y="356"/>
                    <a:pt x="396" y="489"/>
                    <a:pt x="844" y="489"/>
                  </a:cubicBezTo>
                  <a:cubicBezTo>
                    <a:pt x="1215" y="489"/>
                    <a:pt x="1622" y="398"/>
                    <a:pt x="1658" y="218"/>
                  </a:cubicBezTo>
                  <a:cubicBezTo>
                    <a:pt x="1692" y="49"/>
                    <a:pt x="1459" y="1"/>
                    <a:pt x="1184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3">
              <a:extLst>
                <a:ext uri="{FF2B5EF4-FFF2-40B4-BE49-F238E27FC236}">
                  <a16:creationId xmlns:a16="http://schemas.microsoft.com/office/drawing/2014/main" id="{CCFB905F-3F6C-6C71-7A1F-5AB56A49110A}"/>
                </a:ext>
              </a:extLst>
            </p:cNvPr>
            <p:cNvSpPr/>
            <p:nvPr/>
          </p:nvSpPr>
          <p:spPr>
            <a:xfrm>
              <a:off x="4761000" y="4309275"/>
              <a:ext cx="42250" cy="12225"/>
            </a:xfrm>
            <a:custGeom>
              <a:avLst/>
              <a:gdLst/>
              <a:ahLst/>
              <a:cxnLst/>
              <a:rect l="l" t="t" r="r" b="b"/>
              <a:pathLst>
                <a:path w="1690" h="489" extrusionOk="0">
                  <a:moveTo>
                    <a:pt x="1183" y="1"/>
                  </a:moveTo>
                  <a:cubicBezTo>
                    <a:pt x="816" y="1"/>
                    <a:pt x="372" y="86"/>
                    <a:pt x="372" y="86"/>
                  </a:cubicBezTo>
                  <a:cubicBezTo>
                    <a:pt x="0" y="357"/>
                    <a:pt x="395" y="489"/>
                    <a:pt x="842" y="489"/>
                  </a:cubicBezTo>
                  <a:cubicBezTo>
                    <a:pt x="1213" y="489"/>
                    <a:pt x="1620" y="398"/>
                    <a:pt x="1656" y="219"/>
                  </a:cubicBezTo>
                  <a:cubicBezTo>
                    <a:pt x="1690" y="49"/>
                    <a:pt x="1458" y="1"/>
                    <a:pt x="118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3">
              <a:extLst>
                <a:ext uri="{FF2B5EF4-FFF2-40B4-BE49-F238E27FC236}">
                  <a16:creationId xmlns:a16="http://schemas.microsoft.com/office/drawing/2014/main" id="{E1C7CF02-8E7C-D3DE-EF68-8DA24F1AB1FB}"/>
                </a:ext>
              </a:extLst>
            </p:cNvPr>
            <p:cNvSpPr/>
            <p:nvPr/>
          </p:nvSpPr>
          <p:spPr>
            <a:xfrm>
              <a:off x="5016175" y="4310025"/>
              <a:ext cx="81175" cy="12125"/>
            </a:xfrm>
            <a:custGeom>
              <a:avLst/>
              <a:gdLst/>
              <a:ahLst/>
              <a:cxnLst/>
              <a:rect l="l" t="t" r="r" b="b"/>
              <a:pathLst>
                <a:path w="3247" h="485" extrusionOk="0">
                  <a:moveTo>
                    <a:pt x="1727" y="1"/>
                  </a:moveTo>
                  <a:cubicBezTo>
                    <a:pt x="1219" y="1"/>
                    <a:pt x="773" y="26"/>
                    <a:pt x="773" y="26"/>
                  </a:cubicBezTo>
                  <a:cubicBezTo>
                    <a:pt x="0" y="302"/>
                    <a:pt x="1107" y="485"/>
                    <a:pt x="2063" y="485"/>
                  </a:cubicBezTo>
                  <a:cubicBezTo>
                    <a:pt x="2628" y="485"/>
                    <a:pt x="3141" y="421"/>
                    <a:pt x="3182" y="275"/>
                  </a:cubicBezTo>
                  <a:cubicBezTo>
                    <a:pt x="3246" y="48"/>
                    <a:pt x="2427" y="1"/>
                    <a:pt x="1727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3">
              <a:extLst>
                <a:ext uri="{FF2B5EF4-FFF2-40B4-BE49-F238E27FC236}">
                  <a16:creationId xmlns:a16="http://schemas.microsoft.com/office/drawing/2014/main" id="{C0053031-88EA-5BC5-2032-434D9A9F914A}"/>
                </a:ext>
              </a:extLst>
            </p:cNvPr>
            <p:cNvSpPr/>
            <p:nvPr/>
          </p:nvSpPr>
          <p:spPr>
            <a:xfrm>
              <a:off x="4852575" y="4338100"/>
              <a:ext cx="81125" cy="12100"/>
            </a:xfrm>
            <a:custGeom>
              <a:avLst/>
              <a:gdLst/>
              <a:ahLst/>
              <a:cxnLst/>
              <a:rect l="l" t="t" r="r" b="b"/>
              <a:pathLst>
                <a:path w="3245" h="484" extrusionOk="0">
                  <a:moveTo>
                    <a:pt x="1734" y="0"/>
                  </a:moveTo>
                  <a:cubicBezTo>
                    <a:pt x="1222" y="0"/>
                    <a:pt x="771" y="26"/>
                    <a:pt x="771" y="26"/>
                  </a:cubicBezTo>
                  <a:cubicBezTo>
                    <a:pt x="0" y="301"/>
                    <a:pt x="1104" y="483"/>
                    <a:pt x="2060" y="483"/>
                  </a:cubicBezTo>
                  <a:cubicBezTo>
                    <a:pt x="2626" y="483"/>
                    <a:pt x="3139" y="420"/>
                    <a:pt x="3180" y="274"/>
                  </a:cubicBezTo>
                  <a:cubicBezTo>
                    <a:pt x="3245" y="48"/>
                    <a:pt x="2433" y="0"/>
                    <a:pt x="1734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3">
              <a:extLst>
                <a:ext uri="{FF2B5EF4-FFF2-40B4-BE49-F238E27FC236}">
                  <a16:creationId xmlns:a16="http://schemas.microsoft.com/office/drawing/2014/main" id="{67330949-9069-6295-A78A-C142BBFC3DC9}"/>
                </a:ext>
              </a:extLst>
            </p:cNvPr>
            <p:cNvSpPr/>
            <p:nvPr/>
          </p:nvSpPr>
          <p:spPr>
            <a:xfrm>
              <a:off x="4945500" y="4338625"/>
              <a:ext cx="81175" cy="12100"/>
            </a:xfrm>
            <a:custGeom>
              <a:avLst/>
              <a:gdLst/>
              <a:ahLst/>
              <a:cxnLst/>
              <a:rect l="l" t="t" r="r" b="b"/>
              <a:pathLst>
                <a:path w="3247" h="484" extrusionOk="0">
                  <a:moveTo>
                    <a:pt x="1735" y="0"/>
                  </a:moveTo>
                  <a:cubicBezTo>
                    <a:pt x="1223" y="0"/>
                    <a:pt x="772" y="26"/>
                    <a:pt x="772" y="26"/>
                  </a:cubicBezTo>
                  <a:cubicBezTo>
                    <a:pt x="0" y="301"/>
                    <a:pt x="1105" y="483"/>
                    <a:pt x="2061" y="483"/>
                  </a:cubicBezTo>
                  <a:cubicBezTo>
                    <a:pt x="2627" y="483"/>
                    <a:pt x="3141" y="420"/>
                    <a:pt x="3182" y="274"/>
                  </a:cubicBezTo>
                  <a:cubicBezTo>
                    <a:pt x="3246" y="48"/>
                    <a:pt x="2434" y="0"/>
                    <a:pt x="173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3">
              <a:extLst>
                <a:ext uri="{FF2B5EF4-FFF2-40B4-BE49-F238E27FC236}">
                  <a16:creationId xmlns:a16="http://schemas.microsoft.com/office/drawing/2014/main" id="{A8B67DAD-CC10-12A0-09A8-B42029777BD1}"/>
                </a:ext>
              </a:extLst>
            </p:cNvPr>
            <p:cNvSpPr/>
            <p:nvPr/>
          </p:nvSpPr>
          <p:spPr>
            <a:xfrm>
              <a:off x="4803650" y="4308050"/>
              <a:ext cx="81175" cy="12100"/>
            </a:xfrm>
            <a:custGeom>
              <a:avLst/>
              <a:gdLst/>
              <a:ahLst/>
              <a:cxnLst/>
              <a:rect l="l" t="t" r="r" b="b"/>
              <a:pathLst>
                <a:path w="3247" h="484" extrusionOk="0">
                  <a:moveTo>
                    <a:pt x="1727" y="0"/>
                  </a:moveTo>
                  <a:cubicBezTo>
                    <a:pt x="1219" y="0"/>
                    <a:pt x="773" y="26"/>
                    <a:pt x="773" y="26"/>
                  </a:cubicBezTo>
                  <a:cubicBezTo>
                    <a:pt x="1" y="301"/>
                    <a:pt x="1109" y="483"/>
                    <a:pt x="2066" y="483"/>
                  </a:cubicBezTo>
                  <a:cubicBezTo>
                    <a:pt x="2630" y="483"/>
                    <a:pt x="3142" y="420"/>
                    <a:pt x="3182" y="275"/>
                  </a:cubicBezTo>
                  <a:cubicBezTo>
                    <a:pt x="3246" y="48"/>
                    <a:pt x="2427" y="0"/>
                    <a:pt x="1727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3">
              <a:extLst>
                <a:ext uri="{FF2B5EF4-FFF2-40B4-BE49-F238E27FC236}">
                  <a16:creationId xmlns:a16="http://schemas.microsoft.com/office/drawing/2014/main" id="{8FA14323-9DD0-97DA-CD59-25A73BE59D3D}"/>
                </a:ext>
              </a:extLst>
            </p:cNvPr>
            <p:cNvSpPr/>
            <p:nvPr/>
          </p:nvSpPr>
          <p:spPr>
            <a:xfrm>
              <a:off x="4896625" y="4308875"/>
              <a:ext cx="104600" cy="12575"/>
            </a:xfrm>
            <a:custGeom>
              <a:avLst/>
              <a:gdLst/>
              <a:ahLst/>
              <a:cxnLst/>
              <a:rect l="l" t="t" r="r" b="b"/>
              <a:pathLst>
                <a:path w="4184" h="503" extrusionOk="0">
                  <a:moveTo>
                    <a:pt x="1636" y="1"/>
                  </a:moveTo>
                  <a:cubicBezTo>
                    <a:pt x="1282" y="1"/>
                    <a:pt x="1036" y="6"/>
                    <a:pt x="1036" y="6"/>
                  </a:cubicBezTo>
                  <a:cubicBezTo>
                    <a:pt x="1" y="278"/>
                    <a:pt x="1676" y="503"/>
                    <a:pt x="2926" y="503"/>
                  </a:cubicBezTo>
                  <a:cubicBezTo>
                    <a:pt x="3538" y="503"/>
                    <a:pt x="4048" y="449"/>
                    <a:pt x="4090" y="321"/>
                  </a:cubicBezTo>
                  <a:cubicBezTo>
                    <a:pt x="4184" y="40"/>
                    <a:pt x="2552" y="1"/>
                    <a:pt x="1636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43">
            <a:extLst>
              <a:ext uri="{FF2B5EF4-FFF2-40B4-BE49-F238E27FC236}">
                <a16:creationId xmlns:a16="http://schemas.microsoft.com/office/drawing/2014/main" id="{C178F82D-D46C-1E20-CC8F-79D566CE86D5}"/>
              </a:ext>
            </a:extLst>
          </p:cNvPr>
          <p:cNvGrpSpPr/>
          <p:nvPr/>
        </p:nvGrpSpPr>
        <p:grpSpPr>
          <a:xfrm rot="573911">
            <a:off x="7272901" y="2881385"/>
            <a:ext cx="1219220" cy="1219220"/>
            <a:chOff x="7742188" y="258300"/>
            <a:chExt cx="1280100" cy="1280100"/>
          </a:xfrm>
        </p:grpSpPr>
        <p:sp>
          <p:nvSpPr>
            <p:cNvPr id="869" name="Google Shape;869;p43">
              <a:extLst>
                <a:ext uri="{FF2B5EF4-FFF2-40B4-BE49-F238E27FC236}">
                  <a16:creationId xmlns:a16="http://schemas.microsoft.com/office/drawing/2014/main" id="{E40E3989-F62F-BA15-C89C-6727AC48CEF0}"/>
                </a:ext>
              </a:extLst>
            </p:cNvPr>
            <p:cNvSpPr/>
            <p:nvPr/>
          </p:nvSpPr>
          <p:spPr>
            <a:xfrm>
              <a:off x="7742188" y="258300"/>
              <a:ext cx="1280100" cy="12801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p43">
              <a:extLst>
                <a:ext uri="{FF2B5EF4-FFF2-40B4-BE49-F238E27FC236}">
                  <a16:creationId xmlns:a16="http://schemas.microsoft.com/office/drawing/2014/main" id="{E08D2BF1-0804-98DD-D95A-CA35D4F9FDF0}"/>
                </a:ext>
              </a:extLst>
            </p:cNvPr>
            <p:cNvGrpSpPr/>
            <p:nvPr/>
          </p:nvGrpSpPr>
          <p:grpSpPr>
            <a:xfrm>
              <a:off x="7787897" y="304056"/>
              <a:ext cx="1188669" cy="1188603"/>
              <a:chOff x="7788500" y="304050"/>
              <a:chExt cx="1466225" cy="1466325"/>
            </a:xfrm>
          </p:grpSpPr>
          <p:sp>
            <p:nvSpPr>
              <p:cNvPr id="871" name="Google Shape;871;p43">
                <a:extLst>
                  <a:ext uri="{FF2B5EF4-FFF2-40B4-BE49-F238E27FC236}">
                    <a16:creationId xmlns:a16="http://schemas.microsoft.com/office/drawing/2014/main" id="{B368F8C2-3151-83D9-8343-E690885219B5}"/>
                  </a:ext>
                </a:extLst>
              </p:cNvPr>
              <p:cNvSpPr/>
              <p:nvPr/>
            </p:nvSpPr>
            <p:spPr>
              <a:xfrm>
                <a:off x="7788500" y="304050"/>
                <a:ext cx="1466225" cy="1466250"/>
              </a:xfrm>
              <a:custGeom>
                <a:avLst/>
                <a:gdLst/>
                <a:ahLst/>
                <a:cxnLst/>
                <a:rect l="l" t="t" r="r" b="b"/>
                <a:pathLst>
                  <a:path w="58649" h="58650" extrusionOk="0">
                    <a:moveTo>
                      <a:pt x="58649" y="29325"/>
                    </a:moveTo>
                    <a:cubicBezTo>
                      <a:pt x="58649" y="37104"/>
                      <a:pt x="55559" y="44562"/>
                      <a:pt x="50060" y="50061"/>
                    </a:cubicBezTo>
                    <a:cubicBezTo>
                      <a:pt x="44561" y="55561"/>
                      <a:pt x="37102" y="58649"/>
                      <a:pt x="29324" y="58649"/>
                    </a:cubicBezTo>
                    <a:cubicBezTo>
                      <a:pt x="21547" y="58649"/>
                      <a:pt x="14089" y="55561"/>
                      <a:pt x="8590" y="50061"/>
                    </a:cubicBezTo>
                    <a:cubicBezTo>
                      <a:pt x="3090" y="44562"/>
                      <a:pt x="0" y="37104"/>
                      <a:pt x="0" y="29325"/>
                    </a:cubicBezTo>
                    <a:cubicBezTo>
                      <a:pt x="0" y="21548"/>
                      <a:pt x="3090" y="14090"/>
                      <a:pt x="8590" y="8591"/>
                    </a:cubicBezTo>
                    <a:cubicBezTo>
                      <a:pt x="14089" y="3091"/>
                      <a:pt x="21547" y="1"/>
                      <a:pt x="29324" y="1"/>
                    </a:cubicBezTo>
                    <a:cubicBezTo>
                      <a:pt x="37102" y="1"/>
                      <a:pt x="44561" y="3091"/>
                      <a:pt x="50060" y="8591"/>
                    </a:cubicBezTo>
                    <a:cubicBezTo>
                      <a:pt x="55559" y="14090"/>
                      <a:pt x="58649" y="21548"/>
                      <a:pt x="58649" y="2932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3">
                <a:extLst>
                  <a:ext uri="{FF2B5EF4-FFF2-40B4-BE49-F238E27FC236}">
                    <a16:creationId xmlns:a16="http://schemas.microsoft.com/office/drawing/2014/main" id="{9F3A4FAD-9722-AC7C-0A6C-D1F9A3879FB4}"/>
                  </a:ext>
                </a:extLst>
              </p:cNvPr>
              <p:cNvSpPr/>
              <p:nvPr/>
            </p:nvSpPr>
            <p:spPr>
              <a:xfrm>
                <a:off x="7806725" y="1051900"/>
                <a:ext cx="1447725" cy="682150"/>
              </a:xfrm>
              <a:custGeom>
                <a:avLst/>
                <a:gdLst/>
                <a:ahLst/>
                <a:cxnLst/>
                <a:rect l="l" t="t" r="r" b="b"/>
                <a:pathLst>
                  <a:path w="57909" h="27286" extrusionOk="0">
                    <a:moveTo>
                      <a:pt x="54650" y="0"/>
                    </a:moveTo>
                    <a:cubicBezTo>
                      <a:pt x="54587" y="0"/>
                      <a:pt x="54523" y="1"/>
                      <a:pt x="54460" y="1"/>
                    </a:cubicBezTo>
                    <a:cubicBezTo>
                      <a:pt x="42346" y="143"/>
                      <a:pt x="40531" y="14089"/>
                      <a:pt x="28624" y="14089"/>
                    </a:cubicBezTo>
                    <a:cubicBezTo>
                      <a:pt x="28404" y="14089"/>
                      <a:pt x="28180" y="14084"/>
                      <a:pt x="27952" y="14075"/>
                    </a:cubicBezTo>
                    <a:cubicBezTo>
                      <a:pt x="18116" y="13655"/>
                      <a:pt x="15100" y="4795"/>
                      <a:pt x="6031" y="4795"/>
                    </a:cubicBezTo>
                    <a:cubicBezTo>
                      <a:pt x="4278" y="4795"/>
                      <a:pt x="2299" y="5126"/>
                      <a:pt x="0" y="5913"/>
                    </a:cubicBezTo>
                    <a:cubicBezTo>
                      <a:pt x="218" y="6881"/>
                      <a:pt x="486" y="7828"/>
                      <a:pt x="798" y="8758"/>
                    </a:cubicBezTo>
                    <a:cubicBezTo>
                      <a:pt x="1495" y="10836"/>
                      <a:pt x="2421" y="12811"/>
                      <a:pt x="3542" y="14652"/>
                    </a:cubicBezTo>
                    <a:cubicBezTo>
                      <a:pt x="3736" y="14970"/>
                      <a:pt x="3936" y="15283"/>
                      <a:pt x="4141" y="15593"/>
                    </a:cubicBezTo>
                    <a:cubicBezTo>
                      <a:pt x="4254" y="15767"/>
                      <a:pt x="4371" y="15937"/>
                      <a:pt x="4489" y="16108"/>
                    </a:cubicBezTo>
                    <a:cubicBezTo>
                      <a:pt x="4597" y="16263"/>
                      <a:pt x="4705" y="16417"/>
                      <a:pt x="4816" y="16570"/>
                    </a:cubicBezTo>
                    <a:cubicBezTo>
                      <a:pt x="5512" y="17536"/>
                      <a:pt x="6268" y="18456"/>
                      <a:pt x="7075" y="19329"/>
                    </a:cubicBezTo>
                    <a:cubicBezTo>
                      <a:pt x="7082" y="19337"/>
                      <a:pt x="7089" y="19344"/>
                      <a:pt x="7096" y="19351"/>
                    </a:cubicBezTo>
                    <a:cubicBezTo>
                      <a:pt x="8039" y="20370"/>
                      <a:pt x="9058" y="21322"/>
                      <a:pt x="10138" y="22198"/>
                    </a:cubicBezTo>
                    <a:cubicBezTo>
                      <a:pt x="10178" y="22232"/>
                      <a:pt x="10217" y="22262"/>
                      <a:pt x="10258" y="22296"/>
                    </a:cubicBezTo>
                    <a:cubicBezTo>
                      <a:pt x="10397" y="22409"/>
                      <a:pt x="10537" y="22518"/>
                      <a:pt x="10679" y="22628"/>
                    </a:cubicBezTo>
                    <a:cubicBezTo>
                      <a:pt x="10679" y="22630"/>
                      <a:pt x="10681" y="22630"/>
                      <a:pt x="10682" y="22631"/>
                    </a:cubicBezTo>
                    <a:cubicBezTo>
                      <a:pt x="11257" y="23075"/>
                      <a:pt x="11846" y="23498"/>
                      <a:pt x="12454" y="23898"/>
                    </a:cubicBezTo>
                    <a:cubicBezTo>
                      <a:pt x="13111" y="24335"/>
                      <a:pt x="13787" y="24744"/>
                      <a:pt x="14482" y="25125"/>
                    </a:cubicBezTo>
                    <a:cubicBezTo>
                      <a:pt x="14615" y="25199"/>
                      <a:pt x="14752" y="25273"/>
                      <a:pt x="14889" y="25345"/>
                    </a:cubicBezTo>
                    <a:cubicBezTo>
                      <a:pt x="15114" y="25463"/>
                      <a:pt x="15339" y="25580"/>
                      <a:pt x="15567" y="25693"/>
                    </a:cubicBezTo>
                    <a:cubicBezTo>
                      <a:pt x="15858" y="25836"/>
                      <a:pt x="16150" y="25977"/>
                      <a:pt x="16445" y="26111"/>
                    </a:cubicBezTo>
                    <a:cubicBezTo>
                      <a:pt x="16707" y="26229"/>
                      <a:pt x="16972" y="26346"/>
                      <a:pt x="17237" y="26457"/>
                    </a:cubicBezTo>
                    <a:cubicBezTo>
                      <a:pt x="17962" y="26762"/>
                      <a:pt x="18700" y="27039"/>
                      <a:pt x="19454" y="27285"/>
                    </a:cubicBezTo>
                    <a:lnTo>
                      <a:pt x="37742" y="27285"/>
                    </a:lnTo>
                    <a:cubicBezTo>
                      <a:pt x="38093" y="27171"/>
                      <a:pt x="38441" y="27049"/>
                      <a:pt x="38787" y="26921"/>
                    </a:cubicBezTo>
                    <a:cubicBezTo>
                      <a:pt x="38989" y="26845"/>
                      <a:pt x="39191" y="26769"/>
                      <a:pt x="39391" y="26688"/>
                    </a:cubicBezTo>
                    <a:cubicBezTo>
                      <a:pt x="39500" y="26645"/>
                      <a:pt x="39608" y="26602"/>
                      <a:pt x="39718" y="26556"/>
                    </a:cubicBezTo>
                    <a:cubicBezTo>
                      <a:pt x="39782" y="26531"/>
                      <a:pt x="39845" y="26503"/>
                      <a:pt x="39909" y="26477"/>
                    </a:cubicBezTo>
                    <a:cubicBezTo>
                      <a:pt x="40144" y="26378"/>
                      <a:pt x="40379" y="26276"/>
                      <a:pt x="40610" y="26172"/>
                    </a:cubicBezTo>
                    <a:cubicBezTo>
                      <a:pt x="40786" y="26094"/>
                      <a:pt x="40960" y="26012"/>
                      <a:pt x="41134" y="25930"/>
                    </a:cubicBezTo>
                    <a:cubicBezTo>
                      <a:pt x="41423" y="25793"/>
                      <a:pt x="41709" y="25651"/>
                      <a:pt x="41991" y="25505"/>
                    </a:cubicBezTo>
                    <a:cubicBezTo>
                      <a:pt x="42225" y="25386"/>
                      <a:pt x="42456" y="25264"/>
                      <a:pt x="42686" y="25136"/>
                    </a:cubicBezTo>
                    <a:cubicBezTo>
                      <a:pt x="42851" y="25046"/>
                      <a:pt x="43014" y="24955"/>
                      <a:pt x="43177" y="24862"/>
                    </a:cubicBezTo>
                    <a:cubicBezTo>
                      <a:pt x="43355" y="24759"/>
                      <a:pt x="43536" y="24653"/>
                      <a:pt x="43714" y="24545"/>
                    </a:cubicBezTo>
                    <a:cubicBezTo>
                      <a:pt x="43984" y="24382"/>
                      <a:pt x="44250" y="24215"/>
                      <a:pt x="44514" y="24044"/>
                    </a:cubicBezTo>
                    <a:cubicBezTo>
                      <a:pt x="44517" y="24042"/>
                      <a:pt x="44523" y="24040"/>
                      <a:pt x="44527" y="24037"/>
                    </a:cubicBezTo>
                    <a:cubicBezTo>
                      <a:pt x="46786" y="22571"/>
                      <a:pt x="48832" y="20804"/>
                      <a:pt x="50606" y="18790"/>
                    </a:cubicBezTo>
                    <a:cubicBezTo>
                      <a:pt x="52503" y="16637"/>
                      <a:pt x="54090" y="14203"/>
                      <a:pt x="55295" y="11557"/>
                    </a:cubicBezTo>
                    <a:cubicBezTo>
                      <a:pt x="56016" y="9977"/>
                      <a:pt x="56598" y="8323"/>
                      <a:pt x="57032" y="6609"/>
                    </a:cubicBezTo>
                    <a:cubicBezTo>
                      <a:pt x="57076" y="6437"/>
                      <a:pt x="57118" y="6263"/>
                      <a:pt x="57158" y="6089"/>
                    </a:cubicBezTo>
                    <a:cubicBezTo>
                      <a:pt x="57215" y="5844"/>
                      <a:pt x="57270" y="5596"/>
                      <a:pt x="57320" y="5348"/>
                    </a:cubicBezTo>
                    <a:cubicBezTo>
                      <a:pt x="57363" y="5141"/>
                      <a:pt x="57403" y="4932"/>
                      <a:pt x="57441" y="4723"/>
                    </a:cubicBezTo>
                    <a:cubicBezTo>
                      <a:pt x="57526" y="4263"/>
                      <a:pt x="57598" y="3799"/>
                      <a:pt x="57661" y="3333"/>
                    </a:cubicBezTo>
                    <a:cubicBezTo>
                      <a:pt x="57683" y="3163"/>
                      <a:pt x="57707" y="2992"/>
                      <a:pt x="57725" y="2820"/>
                    </a:cubicBezTo>
                    <a:cubicBezTo>
                      <a:pt x="57744" y="2650"/>
                      <a:pt x="57762" y="2481"/>
                      <a:pt x="57779" y="2310"/>
                    </a:cubicBezTo>
                    <a:cubicBezTo>
                      <a:pt x="57846" y="1635"/>
                      <a:pt x="57889" y="955"/>
                      <a:pt x="57909" y="270"/>
                    </a:cubicBezTo>
                    <a:cubicBezTo>
                      <a:pt x="56875" y="95"/>
                      <a:pt x="55785" y="0"/>
                      <a:pt x="54650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43">
                <a:extLst>
                  <a:ext uri="{FF2B5EF4-FFF2-40B4-BE49-F238E27FC236}">
                    <a16:creationId xmlns:a16="http://schemas.microsoft.com/office/drawing/2014/main" id="{6370CF61-A994-FD16-0B6E-D25C02074AE7}"/>
                  </a:ext>
                </a:extLst>
              </p:cNvPr>
              <p:cNvSpPr/>
              <p:nvPr/>
            </p:nvSpPr>
            <p:spPr>
              <a:xfrm>
                <a:off x="7826525" y="1129225"/>
                <a:ext cx="1421725" cy="641150"/>
              </a:xfrm>
              <a:custGeom>
                <a:avLst/>
                <a:gdLst/>
                <a:ahLst/>
                <a:cxnLst/>
                <a:rect l="l" t="t" r="r" b="b"/>
                <a:pathLst>
                  <a:path w="56869" h="25646" extrusionOk="0">
                    <a:moveTo>
                      <a:pt x="56869" y="240"/>
                    </a:moveTo>
                    <a:cubicBezTo>
                      <a:pt x="54952" y="14582"/>
                      <a:pt x="42670" y="25645"/>
                      <a:pt x="27803" y="25645"/>
                    </a:cubicBezTo>
                    <a:cubicBezTo>
                      <a:pt x="14877" y="25645"/>
                      <a:pt x="3900" y="17279"/>
                      <a:pt x="0" y="5667"/>
                    </a:cubicBezTo>
                    <a:cubicBezTo>
                      <a:pt x="13473" y="1539"/>
                      <a:pt x="15640" y="13594"/>
                      <a:pt x="27155" y="14087"/>
                    </a:cubicBezTo>
                    <a:cubicBezTo>
                      <a:pt x="39670" y="14623"/>
                      <a:pt x="41324" y="158"/>
                      <a:pt x="53662" y="15"/>
                    </a:cubicBezTo>
                    <a:cubicBezTo>
                      <a:pt x="54781" y="1"/>
                      <a:pt x="55851" y="81"/>
                      <a:pt x="56869" y="240"/>
                    </a:cubicBezTo>
                    <a:close/>
                  </a:path>
                </a:pathLst>
              </a:custGeom>
              <a:solidFill>
                <a:srgbClr val="8686F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43">
                <a:extLst>
                  <a:ext uri="{FF2B5EF4-FFF2-40B4-BE49-F238E27FC236}">
                    <a16:creationId xmlns:a16="http://schemas.microsoft.com/office/drawing/2014/main" id="{3B3334FC-C8A5-4085-9512-2695AE6C8FDC}"/>
                  </a:ext>
                </a:extLst>
              </p:cNvPr>
              <p:cNvSpPr/>
              <p:nvPr/>
            </p:nvSpPr>
            <p:spPr>
              <a:xfrm>
                <a:off x="7938875" y="304125"/>
                <a:ext cx="1284825" cy="521375"/>
              </a:xfrm>
              <a:custGeom>
                <a:avLst/>
                <a:gdLst/>
                <a:ahLst/>
                <a:cxnLst/>
                <a:rect l="l" t="t" r="r" b="b"/>
                <a:pathLst>
                  <a:path w="51393" h="20855" extrusionOk="0">
                    <a:moveTo>
                      <a:pt x="23313" y="1"/>
                    </a:moveTo>
                    <a:cubicBezTo>
                      <a:pt x="23312" y="1"/>
                      <a:pt x="23310" y="1"/>
                      <a:pt x="23309" y="1"/>
                    </a:cubicBezTo>
                    <a:cubicBezTo>
                      <a:pt x="13807" y="1"/>
                      <a:pt x="5359" y="4522"/>
                      <a:pt x="0" y="11530"/>
                    </a:cubicBezTo>
                    <a:cubicBezTo>
                      <a:pt x="2252" y="13579"/>
                      <a:pt x="5439" y="15542"/>
                      <a:pt x="9779" y="16340"/>
                    </a:cubicBezTo>
                    <a:cubicBezTo>
                      <a:pt x="10742" y="16517"/>
                      <a:pt x="11646" y="16596"/>
                      <a:pt x="12502" y="16596"/>
                    </a:cubicBezTo>
                    <a:cubicBezTo>
                      <a:pt x="20055" y="16596"/>
                      <a:pt x="23831" y="10408"/>
                      <a:pt x="31227" y="10408"/>
                    </a:cubicBezTo>
                    <a:cubicBezTo>
                      <a:pt x="32260" y="10408"/>
                      <a:pt x="33363" y="10528"/>
                      <a:pt x="34558" y="10803"/>
                    </a:cubicBezTo>
                    <a:cubicBezTo>
                      <a:pt x="42687" y="12675"/>
                      <a:pt x="44260" y="19054"/>
                      <a:pt x="51392" y="20855"/>
                    </a:cubicBezTo>
                    <a:cubicBezTo>
                      <a:pt x="47759" y="8789"/>
                      <a:pt x="36561" y="1"/>
                      <a:pt x="23313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3">
                <a:extLst>
                  <a:ext uri="{FF2B5EF4-FFF2-40B4-BE49-F238E27FC236}">
                    <a16:creationId xmlns:a16="http://schemas.microsoft.com/office/drawing/2014/main" id="{E0DBC7D0-BC50-7950-AAF0-86FDB974F16D}"/>
                  </a:ext>
                </a:extLst>
              </p:cNvPr>
              <p:cNvSpPr/>
              <p:nvPr/>
            </p:nvSpPr>
            <p:spPr>
              <a:xfrm>
                <a:off x="7788850" y="943850"/>
                <a:ext cx="239250" cy="591875"/>
              </a:xfrm>
              <a:custGeom>
                <a:avLst/>
                <a:gdLst/>
                <a:ahLst/>
                <a:cxnLst/>
                <a:rect l="l" t="t" r="r" b="b"/>
                <a:pathLst>
                  <a:path w="9570" h="23675" extrusionOk="0">
                    <a:moveTo>
                      <a:pt x="7800" y="23675"/>
                    </a:moveTo>
                    <a:cubicBezTo>
                      <a:pt x="6993" y="22802"/>
                      <a:pt x="6237" y="21882"/>
                      <a:pt x="5541" y="20916"/>
                    </a:cubicBezTo>
                    <a:cubicBezTo>
                      <a:pt x="5430" y="20763"/>
                      <a:pt x="5323" y="20609"/>
                      <a:pt x="5214" y="20454"/>
                    </a:cubicBezTo>
                    <a:cubicBezTo>
                      <a:pt x="5096" y="20283"/>
                      <a:pt x="4980" y="20113"/>
                      <a:pt x="4866" y="19939"/>
                    </a:cubicBezTo>
                    <a:cubicBezTo>
                      <a:pt x="4662" y="19629"/>
                      <a:pt x="4461" y="19316"/>
                      <a:pt x="4268" y="18998"/>
                    </a:cubicBezTo>
                    <a:cubicBezTo>
                      <a:pt x="3146" y="17157"/>
                      <a:pt x="2221" y="15182"/>
                      <a:pt x="1523" y="13104"/>
                    </a:cubicBezTo>
                    <a:cubicBezTo>
                      <a:pt x="1504" y="13049"/>
                      <a:pt x="1484" y="12993"/>
                      <a:pt x="1468" y="12934"/>
                    </a:cubicBezTo>
                    <a:cubicBezTo>
                      <a:pt x="1466" y="12930"/>
                      <a:pt x="1464" y="12923"/>
                      <a:pt x="1462" y="12918"/>
                    </a:cubicBezTo>
                    <a:cubicBezTo>
                      <a:pt x="1447" y="12870"/>
                      <a:pt x="1432" y="12822"/>
                      <a:pt x="1415" y="12774"/>
                    </a:cubicBezTo>
                    <a:cubicBezTo>
                      <a:pt x="1411" y="12760"/>
                      <a:pt x="1406" y="12747"/>
                      <a:pt x="1401" y="12733"/>
                    </a:cubicBezTo>
                    <a:cubicBezTo>
                      <a:pt x="1384" y="12682"/>
                      <a:pt x="1369" y="12631"/>
                      <a:pt x="1352" y="12578"/>
                    </a:cubicBezTo>
                    <a:cubicBezTo>
                      <a:pt x="1335" y="12524"/>
                      <a:pt x="1317" y="12468"/>
                      <a:pt x="1302" y="12415"/>
                    </a:cubicBezTo>
                    <a:cubicBezTo>
                      <a:pt x="1287" y="12362"/>
                      <a:pt x="1271" y="12311"/>
                      <a:pt x="1253" y="12258"/>
                    </a:cubicBezTo>
                    <a:cubicBezTo>
                      <a:pt x="1246" y="12232"/>
                      <a:pt x="1238" y="12207"/>
                      <a:pt x="1231" y="12180"/>
                    </a:cubicBezTo>
                    <a:cubicBezTo>
                      <a:pt x="1220" y="12144"/>
                      <a:pt x="1209" y="12106"/>
                      <a:pt x="1198" y="12069"/>
                    </a:cubicBezTo>
                    <a:cubicBezTo>
                      <a:pt x="1195" y="12058"/>
                      <a:pt x="1191" y="12048"/>
                      <a:pt x="1188" y="12035"/>
                    </a:cubicBezTo>
                    <a:cubicBezTo>
                      <a:pt x="1174" y="11987"/>
                      <a:pt x="1160" y="11938"/>
                      <a:pt x="1143" y="11888"/>
                    </a:cubicBezTo>
                    <a:cubicBezTo>
                      <a:pt x="1121" y="11811"/>
                      <a:pt x="1100" y="11735"/>
                      <a:pt x="1079" y="11658"/>
                    </a:cubicBezTo>
                    <a:cubicBezTo>
                      <a:pt x="1067" y="11616"/>
                      <a:pt x="1057" y="11576"/>
                      <a:pt x="1045" y="11534"/>
                    </a:cubicBezTo>
                    <a:cubicBezTo>
                      <a:pt x="1031" y="11487"/>
                      <a:pt x="1018" y="11438"/>
                      <a:pt x="1007" y="11392"/>
                    </a:cubicBezTo>
                    <a:lnTo>
                      <a:pt x="986" y="11313"/>
                    </a:lnTo>
                    <a:cubicBezTo>
                      <a:pt x="972" y="11261"/>
                      <a:pt x="958" y="11209"/>
                      <a:pt x="946" y="11159"/>
                    </a:cubicBezTo>
                    <a:cubicBezTo>
                      <a:pt x="944" y="11156"/>
                      <a:pt x="944" y="11150"/>
                      <a:pt x="942" y="11146"/>
                    </a:cubicBezTo>
                    <a:cubicBezTo>
                      <a:pt x="928" y="11090"/>
                      <a:pt x="912" y="11035"/>
                      <a:pt x="898" y="10979"/>
                    </a:cubicBezTo>
                    <a:cubicBezTo>
                      <a:pt x="883" y="10921"/>
                      <a:pt x="869" y="10859"/>
                      <a:pt x="854" y="10801"/>
                    </a:cubicBezTo>
                    <a:cubicBezTo>
                      <a:pt x="837" y="10741"/>
                      <a:pt x="823" y="10680"/>
                      <a:pt x="809" y="10620"/>
                    </a:cubicBezTo>
                    <a:cubicBezTo>
                      <a:pt x="795" y="10559"/>
                      <a:pt x="780" y="10499"/>
                      <a:pt x="766" y="10439"/>
                    </a:cubicBezTo>
                    <a:cubicBezTo>
                      <a:pt x="752" y="10378"/>
                      <a:pt x="738" y="10318"/>
                      <a:pt x="725" y="10258"/>
                    </a:cubicBezTo>
                    <a:cubicBezTo>
                      <a:pt x="711" y="10191"/>
                      <a:pt x="695" y="10127"/>
                      <a:pt x="681" y="10060"/>
                    </a:cubicBezTo>
                    <a:cubicBezTo>
                      <a:pt x="667" y="9998"/>
                      <a:pt x="655" y="9938"/>
                      <a:pt x="641" y="9877"/>
                    </a:cubicBezTo>
                    <a:cubicBezTo>
                      <a:pt x="640" y="9870"/>
                      <a:pt x="638" y="9864"/>
                      <a:pt x="638" y="9857"/>
                    </a:cubicBezTo>
                    <a:cubicBezTo>
                      <a:pt x="626" y="9803"/>
                      <a:pt x="615" y="9747"/>
                      <a:pt x="603" y="9692"/>
                    </a:cubicBezTo>
                    <a:cubicBezTo>
                      <a:pt x="598" y="9669"/>
                      <a:pt x="594" y="9646"/>
                      <a:pt x="590" y="9622"/>
                    </a:cubicBezTo>
                    <a:cubicBezTo>
                      <a:pt x="580" y="9580"/>
                      <a:pt x="571" y="9541"/>
                      <a:pt x="564" y="9500"/>
                    </a:cubicBezTo>
                    <a:cubicBezTo>
                      <a:pt x="562" y="9483"/>
                      <a:pt x="559" y="9468"/>
                      <a:pt x="556" y="9454"/>
                    </a:cubicBezTo>
                    <a:cubicBezTo>
                      <a:pt x="544" y="9397"/>
                      <a:pt x="534" y="9339"/>
                      <a:pt x="523" y="9281"/>
                    </a:cubicBezTo>
                    <a:cubicBezTo>
                      <a:pt x="513" y="9230"/>
                      <a:pt x="502" y="9177"/>
                      <a:pt x="493" y="9124"/>
                    </a:cubicBezTo>
                    <a:lnTo>
                      <a:pt x="473" y="9008"/>
                    </a:lnTo>
                    <a:cubicBezTo>
                      <a:pt x="461" y="8954"/>
                      <a:pt x="453" y="8898"/>
                      <a:pt x="443" y="8845"/>
                    </a:cubicBezTo>
                    <a:cubicBezTo>
                      <a:pt x="432" y="8790"/>
                      <a:pt x="424" y="8734"/>
                      <a:pt x="416" y="8678"/>
                    </a:cubicBezTo>
                    <a:cubicBezTo>
                      <a:pt x="413" y="8667"/>
                      <a:pt x="411" y="8655"/>
                      <a:pt x="410" y="8645"/>
                    </a:cubicBezTo>
                    <a:lnTo>
                      <a:pt x="389" y="8520"/>
                    </a:lnTo>
                    <a:cubicBezTo>
                      <a:pt x="382" y="8484"/>
                      <a:pt x="377" y="8445"/>
                      <a:pt x="371" y="8408"/>
                    </a:cubicBezTo>
                    <a:cubicBezTo>
                      <a:pt x="371" y="8403"/>
                      <a:pt x="370" y="8400"/>
                      <a:pt x="370" y="8394"/>
                    </a:cubicBezTo>
                    <a:cubicBezTo>
                      <a:pt x="363" y="8349"/>
                      <a:pt x="356" y="8303"/>
                      <a:pt x="349" y="8257"/>
                    </a:cubicBezTo>
                    <a:cubicBezTo>
                      <a:pt x="339" y="8184"/>
                      <a:pt x="326" y="8111"/>
                      <a:pt x="315" y="8040"/>
                    </a:cubicBezTo>
                    <a:cubicBezTo>
                      <a:pt x="311" y="7998"/>
                      <a:pt x="304" y="7956"/>
                      <a:pt x="299" y="7916"/>
                    </a:cubicBezTo>
                    <a:cubicBezTo>
                      <a:pt x="293" y="7882"/>
                      <a:pt x="290" y="7852"/>
                      <a:pt x="285" y="7818"/>
                    </a:cubicBezTo>
                    <a:cubicBezTo>
                      <a:pt x="271" y="7714"/>
                      <a:pt x="257" y="7611"/>
                      <a:pt x="243" y="7507"/>
                    </a:cubicBezTo>
                    <a:cubicBezTo>
                      <a:pt x="237" y="7475"/>
                      <a:pt x="235" y="7440"/>
                      <a:pt x="230" y="7406"/>
                    </a:cubicBezTo>
                    <a:cubicBezTo>
                      <a:pt x="228" y="7378"/>
                      <a:pt x="223" y="7352"/>
                      <a:pt x="221" y="7324"/>
                    </a:cubicBezTo>
                    <a:cubicBezTo>
                      <a:pt x="217" y="7295"/>
                      <a:pt x="214" y="7267"/>
                      <a:pt x="210" y="7238"/>
                    </a:cubicBezTo>
                    <a:cubicBezTo>
                      <a:pt x="203" y="7184"/>
                      <a:pt x="197" y="7129"/>
                      <a:pt x="190" y="7075"/>
                    </a:cubicBezTo>
                    <a:cubicBezTo>
                      <a:pt x="173" y="6926"/>
                      <a:pt x="158" y="6779"/>
                      <a:pt x="144" y="6628"/>
                    </a:cubicBezTo>
                    <a:cubicBezTo>
                      <a:pt x="140" y="6587"/>
                      <a:pt x="134" y="6543"/>
                      <a:pt x="132" y="6500"/>
                    </a:cubicBezTo>
                    <a:cubicBezTo>
                      <a:pt x="126" y="6440"/>
                      <a:pt x="120" y="6382"/>
                      <a:pt x="116" y="6324"/>
                    </a:cubicBezTo>
                    <a:cubicBezTo>
                      <a:pt x="112" y="6275"/>
                      <a:pt x="107" y="6226"/>
                      <a:pt x="104" y="6180"/>
                    </a:cubicBezTo>
                    <a:cubicBezTo>
                      <a:pt x="100" y="6131"/>
                      <a:pt x="95" y="6084"/>
                      <a:pt x="91" y="6035"/>
                    </a:cubicBezTo>
                    <a:cubicBezTo>
                      <a:pt x="91" y="6030"/>
                      <a:pt x="91" y="6024"/>
                      <a:pt x="90" y="6019"/>
                    </a:cubicBezTo>
                    <a:lnTo>
                      <a:pt x="79" y="5878"/>
                    </a:lnTo>
                    <a:cubicBezTo>
                      <a:pt x="77" y="5843"/>
                      <a:pt x="73" y="5809"/>
                      <a:pt x="72" y="5774"/>
                    </a:cubicBezTo>
                    <a:cubicBezTo>
                      <a:pt x="70" y="5749"/>
                      <a:pt x="69" y="5722"/>
                      <a:pt x="66" y="5694"/>
                    </a:cubicBezTo>
                    <a:cubicBezTo>
                      <a:pt x="63" y="5655"/>
                      <a:pt x="62" y="5617"/>
                      <a:pt x="61" y="5578"/>
                    </a:cubicBezTo>
                    <a:cubicBezTo>
                      <a:pt x="56" y="5527"/>
                      <a:pt x="55" y="5477"/>
                      <a:pt x="51" y="5426"/>
                    </a:cubicBezTo>
                    <a:cubicBezTo>
                      <a:pt x="50" y="5387"/>
                      <a:pt x="47" y="5348"/>
                      <a:pt x="44" y="5308"/>
                    </a:cubicBezTo>
                    <a:cubicBezTo>
                      <a:pt x="43" y="5278"/>
                      <a:pt x="41" y="5248"/>
                      <a:pt x="40" y="5217"/>
                    </a:cubicBezTo>
                    <a:lnTo>
                      <a:pt x="34" y="5124"/>
                    </a:lnTo>
                    <a:cubicBezTo>
                      <a:pt x="33" y="5074"/>
                      <a:pt x="29" y="5022"/>
                      <a:pt x="27" y="4972"/>
                    </a:cubicBezTo>
                    <a:lnTo>
                      <a:pt x="22" y="4820"/>
                    </a:lnTo>
                    <a:lnTo>
                      <a:pt x="16" y="4670"/>
                    </a:lnTo>
                    <a:lnTo>
                      <a:pt x="12" y="4518"/>
                    </a:lnTo>
                    <a:lnTo>
                      <a:pt x="12" y="4518"/>
                    </a:lnTo>
                    <a:cubicBezTo>
                      <a:pt x="9" y="4473"/>
                      <a:pt x="9" y="4428"/>
                      <a:pt x="8" y="4382"/>
                    </a:cubicBezTo>
                    <a:lnTo>
                      <a:pt x="8" y="4347"/>
                    </a:lnTo>
                    <a:cubicBezTo>
                      <a:pt x="8" y="4312"/>
                      <a:pt x="6" y="4276"/>
                      <a:pt x="6" y="4241"/>
                    </a:cubicBezTo>
                    <a:cubicBezTo>
                      <a:pt x="6" y="4219"/>
                      <a:pt x="6" y="4197"/>
                      <a:pt x="5" y="4176"/>
                    </a:cubicBezTo>
                    <a:cubicBezTo>
                      <a:pt x="5" y="4137"/>
                      <a:pt x="2" y="4101"/>
                      <a:pt x="2" y="4065"/>
                    </a:cubicBezTo>
                    <a:cubicBezTo>
                      <a:pt x="2" y="4020"/>
                      <a:pt x="2" y="3977"/>
                      <a:pt x="1" y="3934"/>
                    </a:cubicBezTo>
                    <a:lnTo>
                      <a:pt x="1" y="3759"/>
                    </a:lnTo>
                    <a:cubicBezTo>
                      <a:pt x="1" y="2485"/>
                      <a:pt x="83" y="1230"/>
                      <a:pt x="239" y="1"/>
                    </a:cubicBezTo>
                    <a:cubicBezTo>
                      <a:pt x="3530" y="239"/>
                      <a:pt x="8266" y="6396"/>
                      <a:pt x="9179" y="15325"/>
                    </a:cubicBezTo>
                    <a:cubicBezTo>
                      <a:pt x="9569" y="19128"/>
                      <a:pt x="8840" y="21812"/>
                      <a:pt x="7800" y="236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3">
                <a:extLst>
                  <a:ext uri="{FF2B5EF4-FFF2-40B4-BE49-F238E27FC236}">
                    <a16:creationId xmlns:a16="http://schemas.microsoft.com/office/drawing/2014/main" id="{75CDB2CF-02EE-6A02-79E5-811D4AA1952B}"/>
                  </a:ext>
                </a:extLst>
              </p:cNvPr>
              <p:cNvSpPr/>
              <p:nvPr/>
            </p:nvSpPr>
            <p:spPr>
              <a:xfrm>
                <a:off x="7833725" y="1062675"/>
                <a:ext cx="83950" cy="379075"/>
              </a:xfrm>
              <a:custGeom>
                <a:avLst/>
                <a:gdLst/>
                <a:ahLst/>
                <a:cxnLst/>
                <a:rect l="l" t="t" r="r" b="b"/>
                <a:pathLst>
                  <a:path w="3358" h="15163" extrusionOk="0">
                    <a:moveTo>
                      <a:pt x="382" y="1"/>
                    </a:moveTo>
                    <a:cubicBezTo>
                      <a:pt x="0" y="1"/>
                      <a:pt x="1350" y="3113"/>
                      <a:pt x="2165" y="6640"/>
                    </a:cubicBezTo>
                    <a:cubicBezTo>
                      <a:pt x="2219" y="6880"/>
                      <a:pt x="2273" y="7119"/>
                      <a:pt x="2322" y="7360"/>
                    </a:cubicBezTo>
                    <a:cubicBezTo>
                      <a:pt x="2616" y="8795"/>
                      <a:pt x="2798" y="10266"/>
                      <a:pt x="2724" y="11602"/>
                    </a:cubicBezTo>
                    <a:cubicBezTo>
                      <a:pt x="2720" y="11674"/>
                      <a:pt x="2716" y="11744"/>
                      <a:pt x="2712" y="11815"/>
                    </a:cubicBezTo>
                    <a:cubicBezTo>
                      <a:pt x="2698" y="12032"/>
                      <a:pt x="2682" y="12249"/>
                      <a:pt x="2663" y="12463"/>
                    </a:cubicBezTo>
                    <a:cubicBezTo>
                      <a:pt x="2610" y="13068"/>
                      <a:pt x="2539" y="13655"/>
                      <a:pt x="2456" y="14221"/>
                    </a:cubicBezTo>
                    <a:cubicBezTo>
                      <a:pt x="2649" y="14539"/>
                      <a:pt x="2849" y="14852"/>
                      <a:pt x="3054" y="15162"/>
                    </a:cubicBezTo>
                    <a:cubicBezTo>
                      <a:pt x="3229" y="14252"/>
                      <a:pt x="3343" y="13271"/>
                      <a:pt x="3353" y="12232"/>
                    </a:cubicBezTo>
                    <a:cubicBezTo>
                      <a:pt x="3357" y="12025"/>
                      <a:pt x="3355" y="11815"/>
                      <a:pt x="3343" y="11602"/>
                    </a:cubicBezTo>
                    <a:cubicBezTo>
                      <a:pt x="3343" y="11559"/>
                      <a:pt x="3341" y="11514"/>
                      <a:pt x="3339" y="11470"/>
                    </a:cubicBezTo>
                    <a:cubicBezTo>
                      <a:pt x="3292" y="10092"/>
                      <a:pt x="3143" y="8735"/>
                      <a:pt x="2934" y="7462"/>
                    </a:cubicBezTo>
                    <a:cubicBezTo>
                      <a:pt x="2898" y="7237"/>
                      <a:pt x="2858" y="7015"/>
                      <a:pt x="2817" y="6796"/>
                    </a:cubicBezTo>
                    <a:cubicBezTo>
                      <a:pt x="2133" y="3096"/>
                      <a:pt x="973" y="255"/>
                      <a:pt x="429" y="13"/>
                    </a:cubicBezTo>
                    <a:cubicBezTo>
                      <a:pt x="411" y="5"/>
                      <a:pt x="395" y="1"/>
                      <a:pt x="38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3">
                <a:extLst>
                  <a:ext uri="{FF2B5EF4-FFF2-40B4-BE49-F238E27FC236}">
                    <a16:creationId xmlns:a16="http://schemas.microsoft.com/office/drawing/2014/main" id="{7AC1E5D8-AD4C-0703-024E-B0288079B5D2}"/>
                  </a:ext>
                </a:extLst>
              </p:cNvPr>
              <p:cNvSpPr/>
              <p:nvPr/>
            </p:nvSpPr>
            <p:spPr>
              <a:xfrm>
                <a:off x="7814725" y="1148750"/>
                <a:ext cx="129100" cy="10275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4110" extrusionOk="0">
                    <a:moveTo>
                      <a:pt x="5043" y="1"/>
                    </a:moveTo>
                    <a:cubicBezTo>
                      <a:pt x="4535" y="1"/>
                      <a:pt x="3505" y="3618"/>
                      <a:pt x="3505" y="3618"/>
                    </a:cubicBezTo>
                    <a:cubicBezTo>
                      <a:pt x="3505" y="3618"/>
                      <a:pt x="752" y="1572"/>
                      <a:pt x="328" y="1572"/>
                    </a:cubicBezTo>
                    <a:cubicBezTo>
                      <a:pt x="317" y="1572"/>
                      <a:pt x="308" y="1573"/>
                      <a:pt x="300" y="1576"/>
                    </a:cubicBezTo>
                    <a:cubicBezTo>
                      <a:pt x="0" y="1684"/>
                      <a:pt x="3019" y="4110"/>
                      <a:pt x="3559" y="4110"/>
                    </a:cubicBezTo>
                    <a:cubicBezTo>
                      <a:pt x="3574" y="4110"/>
                      <a:pt x="3586" y="4108"/>
                      <a:pt x="3597" y="4105"/>
                    </a:cubicBezTo>
                    <a:cubicBezTo>
                      <a:pt x="4013" y="3968"/>
                      <a:pt x="5164" y="91"/>
                      <a:pt x="5164" y="91"/>
                    </a:cubicBezTo>
                    <a:cubicBezTo>
                      <a:pt x="5128" y="29"/>
                      <a:pt x="5088" y="1"/>
                      <a:pt x="504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43">
                <a:extLst>
                  <a:ext uri="{FF2B5EF4-FFF2-40B4-BE49-F238E27FC236}">
                    <a16:creationId xmlns:a16="http://schemas.microsoft.com/office/drawing/2014/main" id="{411DEF10-98EB-D9DE-67C6-1C14A222F3C8}"/>
                  </a:ext>
                </a:extLst>
              </p:cNvPr>
              <p:cNvSpPr/>
              <p:nvPr/>
            </p:nvSpPr>
            <p:spPr>
              <a:xfrm>
                <a:off x="7834525" y="1287225"/>
                <a:ext cx="135175" cy="906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3626" extrusionOk="0">
                    <a:moveTo>
                      <a:pt x="5281" y="1"/>
                    </a:moveTo>
                    <a:cubicBezTo>
                      <a:pt x="4746" y="1"/>
                      <a:pt x="2926" y="3128"/>
                      <a:pt x="2926" y="3128"/>
                    </a:cubicBezTo>
                    <a:cubicBezTo>
                      <a:pt x="2926" y="3128"/>
                      <a:pt x="676" y="361"/>
                      <a:pt x="332" y="361"/>
                    </a:cubicBezTo>
                    <a:cubicBezTo>
                      <a:pt x="330" y="361"/>
                      <a:pt x="328" y="361"/>
                      <a:pt x="326" y="361"/>
                    </a:cubicBezTo>
                    <a:cubicBezTo>
                      <a:pt x="0" y="392"/>
                      <a:pt x="2437" y="3625"/>
                      <a:pt x="2890" y="3625"/>
                    </a:cubicBezTo>
                    <a:cubicBezTo>
                      <a:pt x="2892" y="3625"/>
                      <a:pt x="2893" y="3625"/>
                      <a:pt x="2895" y="3625"/>
                    </a:cubicBezTo>
                    <a:cubicBezTo>
                      <a:pt x="3332" y="3597"/>
                      <a:pt x="5406" y="122"/>
                      <a:pt x="5406" y="122"/>
                    </a:cubicBezTo>
                    <a:cubicBezTo>
                      <a:pt x="5382" y="38"/>
                      <a:pt x="5339" y="1"/>
                      <a:pt x="528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3">
                <a:extLst>
                  <a:ext uri="{FF2B5EF4-FFF2-40B4-BE49-F238E27FC236}">
                    <a16:creationId xmlns:a16="http://schemas.microsoft.com/office/drawing/2014/main" id="{B6FA6CAD-E1B3-3C1D-F2A6-F4FDB6AFD23D}"/>
                  </a:ext>
                </a:extLst>
              </p:cNvPr>
              <p:cNvSpPr/>
              <p:nvPr/>
            </p:nvSpPr>
            <p:spPr>
              <a:xfrm>
                <a:off x="7918800" y="1418825"/>
                <a:ext cx="5090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1894" extrusionOk="0">
                    <a:moveTo>
                      <a:pt x="1855" y="0"/>
                    </a:moveTo>
                    <a:cubicBezTo>
                      <a:pt x="1485" y="0"/>
                      <a:pt x="662" y="757"/>
                      <a:pt x="0" y="1431"/>
                    </a:cubicBezTo>
                    <a:cubicBezTo>
                      <a:pt x="109" y="1586"/>
                      <a:pt x="216" y="1740"/>
                      <a:pt x="327" y="1893"/>
                    </a:cubicBezTo>
                    <a:cubicBezTo>
                      <a:pt x="1151" y="1096"/>
                      <a:pt x="2035" y="144"/>
                      <a:pt x="2035" y="144"/>
                    </a:cubicBezTo>
                    <a:cubicBezTo>
                      <a:pt x="2007" y="44"/>
                      <a:pt x="1944" y="0"/>
                      <a:pt x="1855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3">
                <a:extLst>
                  <a:ext uri="{FF2B5EF4-FFF2-40B4-BE49-F238E27FC236}">
                    <a16:creationId xmlns:a16="http://schemas.microsoft.com/office/drawing/2014/main" id="{D5624E86-D4C1-5DA9-ADA8-28D3FF150DE8}"/>
                  </a:ext>
                </a:extLst>
              </p:cNvPr>
              <p:cNvSpPr/>
              <p:nvPr/>
            </p:nvSpPr>
            <p:spPr>
              <a:xfrm>
                <a:off x="7984000" y="1301400"/>
                <a:ext cx="483450" cy="392800"/>
              </a:xfrm>
              <a:custGeom>
                <a:avLst/>
                <a:gdLst/>
                <a:ahLst/>
                <a:cxnLst/>
                <a:rect l="l" t="t" r="r" b="b"/>
                <a:pathLst>
                  <a:path w="19338" h="15712" extrusionOk="0">
                    <a:moveTo>
                      <a:pt x="14421" y="1"/>
                    </a:moveTo>
                    <a:cubicBezTo>
                      <a:pt x="10897" y="1"/>
                      <a:pt x="5216" y="2795"/>
                      <a:pt x="663" y="8493"/>
                    </a:cubicBezTo>
                    <a:cubicBezTo>
                      <a:pt x="429" y="8788"/>
                      <a:pt x="208" y="9080"/>
                      <a:pt x="0" y="9369"/>
                    </a:cubicBezTo>
                    <a:cubicBezTo>
                      <a:pt x="945" y="10388"/>
                      <a:pt x="1963" y="11340"/>
                      <a:pt x="3043" y="12217"/>
                    </a:cubicBezTo>
                    <a:cubicBezTo>
                      <a:pt x="3083" y="12250"/>
                      <a:pt x="3124" y="12281"/>
                      <a:pt x="3164" y="12314"/>
                    </a:cubicBezTo>
                    <a:cubicBezTo>
                      <a:pt x="3303" y="12427"/>
                      <a:pt x="3444" y="12537"/>
                      <a:pt x="3584" y="12647"/>
                    </a:cubicBezTo>
                    <a:cubicBezTo>
                      <a:pt x="3584" y="12648"/>
                      <a:pt x="3586" y="12648"/>
                      <a:pt x="3588" y="12650"/>
                    </a:cubicBezTo>
                    <a:cubicBezTo>
                      <a:pt x="4162" y="13094"/>
                      <a:pt x="4752" y="13517"/>
                      <a:pt x="5359" y="13916"/>
                    </a:cubicBezTo>
                    <a:cubicBezTo>
                      <a:pt x="6017" y="14353"/>
                      <a:pt x="6693" y="14763"/>
                      <a:pt x="7388" y="15142"/>
                    </a:cubicBezTo>
                    <a:cubicBezTo>
                      <a:pt x="7521" y="15218"/>
                      <a:pt x="7656" y="15291"/>
                      <a:pt x="7794" y="15364"/>
                    </a:cubicBezTo>
                    <a:cubicBezTo>
                      <a:pt x="8018" y="15482"/>
                      <a:pt x="8245" y="15599"/>
                      <a:pt x="8473" y="15712"/>
                    </a:cubicBezTo>
                    <a:cubicBezTo>
                      <a:pt x="9047" y="14494"/>
                      <a:pt x="9514" y="13225"/>
                      <a:pt x="9837" y="11983"/>
                    </a:cubicBezTo>
                    <a:cubicBezTo>
                      <a:pt x="9911" y="11695"/>
                      <a:pt x="10006" y="11417"/>
                      <a:pt x="10116" y="11145"/>
                    </a:cubicBezTo>
                    <a:cubicBezTo>
                      <a:pt x="12089" y="6267"/>
                      <a:pt x="19337" y="4071"/>
                      <a:pt x="17294" y="1162"/>
                    </a:cubicBezTo>
                    <a:cubicBezTo>
                      <a:pt x="16751" y="390"/>
                      <a:pt x="15736" y="1"/>
                      <a:pt x="14421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43">
                <a:extLst>
                  <a:ext uri="{FF2B5EF4-FFF2-40B4-BE49-F238E27FC236}">
                    <a16:creationId xmlns:a16="http://schemas.microsoft.com/office/drawing/2014/main" id="{080D34B9-3B93-F483-2FBE-DDF51DAA9657}"/>
                  </a:ext>
                </a:extLst>
              </p:cNvPr>
              <p:cNvSpPr/>
              <p:nvPr/>
            </p:nvSpPr>
            <p:spPr>
              <a:xfrm>
                <a:off x="8060050" y="1386000"/>
                <a:ext cx="243125" cy="231600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9264" extrusionOk="0">
                    <a:moveTo>
                      <a:pt x="9106" y="0"/>
                    </a:moveTo>
                    <a:cubicBezTo>
                      <a:pt x="8440" y="0"/>
                      <a:pt x="5988" y="1742"/>
                      <a:pt x="3473" y="4414"/>
                    </a:cubicBezTo>
                    <a:cubicBezTo>
                      <a:pt x="3322" y="4576"/>
                      <a:pt x="3168" y="4741"/>
                      <a:pt x="3015" y="4910"/>
                    </a:cubicBezTo>
                    <a:cubicBezTo>
                      <a:pt x="2151" y="5866"/>
                      <a:pt x="1290" y="6928"/>
                      <a:pt x="506" y="8061"/>
                    </a:cubicBezTo>
                    <a:cubicBezTo>
                      <a:pt x="481" y="8097"/>
                      <a:pt x="455" y="8133"/>
                      <a:pt x="431" y="8171"/>
                    </a:cubicBezTo>
                    <a:cubicBezTo>
                      <a:pt x="311" y="8346"/>
                      <a:pt x="196" y="8521"/>
                      <a:pt x="84" y="8697"/>
                    </a:cubicBezTo>
                    <a:lnTo>
                      <a:pt x="1" y="8833"/>
                    </a:lnTo>
                    <a:cubicBezTo>
                      <a:pt x="41" y="8866"/>
                      <a:pt x="82" y="8897"/>
                      <a:pt x="122" y="8930"/>
                    </a:cubicBezTo>
                    <a:cubicBezTo>
                      <a:pt x="261" y="9043"/>
                      <a:pt x="402" y="9153"/>
                      <a:pt x="542" y="9263"/>
                    </a:cubicBezTo>
                    <a:cubicBezTo>
                      <a:pt x="641" y="9072"/>
                      <a:pt x="744" y="8883"/>
                      <a:pt x="850" y="8694"/>
                    </a:cubicBezTo>
                    <a:cubicBezTo>
                      <a:pt x="885" y="8633"/>
                      <a:pt x="919" y="8571"/>
                      <a:pt x="954" y="8509"/>
                    </a:cubicBezTo>
                    <a:cubicBezTo>
                      <a:pt x="1614" y="7345"/>
                      <a:pt x="2564" y="6205"/>
                      <a:pt x="3589" y="5159"/>
                    </a:cubicBezTo>
                    <a:cubicBezTo>
                      <a:pt x="3759" y="4983"/>
                      <a:pt x="3933" y="4809"/>
                      <a:pt x="4109" y="4638"/>
                    </a:cubicBezTo>
                    <a:cubicBezTo>
                      <a:pt x="6795" y="2022"/>
                      <a:pt x="9725" y="93"/>
                      <a:pt x="9153" y="4"/>
                    </a:cubicBezTo>
                    <a:cubicBezTo>
                      <a:pt x="9138" y="1"/>
                      <a:pt x="9123" y="0"/>
                      <a:pt x="9106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43">
                <a:extLst>
                  <a:ext uri="{FF2B5EF4-FFF2-40B4-BE49-F238E27FC236}">
                    <a16:creationId xmlns:a16="http://schemas.microsoft.com/office/drawing/2014/main" id="{FE38ABBD-7016-B252-035F-FAD5EEB2F5C0}"/>
                  </a:ext>
                </a:extLst>
              </p:cNvPr>
              <p:cNvSpPr/>
              <p:nvPr/>
            </p:nvSpPr>
            <p:spPr>
              <a:xfrm>
                <a:off x="8129550" y="1405700"/>
                <a:ext cx="114075" cy="109450"/>
              </a:xfrm>
              <a:custGeom>
                <a:avLst/>
                <a:gdLst/>
                <a:ahLst/>
                <a:cxnLst/>
                <a:rect l="l" t="t" r="r" b="b"/>
                <a:pathLst>
                  <a:path w="4563" h="4378" extrusionOk="0">
                    <a:moveTo>
                      <a:pt x="1223" y="0"/>
                    </a:moveTo>
                    <a:cubicBezTo>
                      <a:pt x="1196" y="0"/>
                      <a:pt x="1165" y="9"/>
                      <a:pt x="1130" y="27"/>
                    </a:cubicBezTo>
                    <a:cubicBezTo>
                      <a:pt x="1130" y="27"/>
                      <a:pt x="0" y="3911"/>
                      <a:pt x="276" y="4251"/>
                    </a:cubicBezTo>
                    <a:cubicBezTo>
                      <a:pt x="349" y="4341"/>
                      <a:pt x="691" y="4377"/>
                      <a:pt x="1150" y="4377"/>
                    </a:cubicBezTo>
                    <a:cubicBezTo>
                      <a:pt x="2414" y="4377"/>
                      <a:pt x="4562" y="4101"/>
                      <a:pt x="4416" y="3910"/>
                    </a:cubicBezTo>
                    <a:cubicBezTo>
                      <a:pt x="4347" y="3819"/>
                      <a:pt x="3859" y="3789"/>
                      <a:pt x="3254" y="3789"/>
                    </a:cubicBezTo>
                    <a:cubicBezTo>
                      <a:pt x="2136" y="3789"/>
                      <a:pt x="619" y="3891"/>
                      <a:pt x="619" y="3891"/>
                    </a:cubicBezTo>
                    <a:cubicBezTo>
                      <a:pt x="619" y="3891"/>
                      <a:pt x="1796" y="0"/>
                      <a:pt x="122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3">
                <a:extLst>
                  <a:ext uri="{FF2B5EF4-FFF2-40B4-BE49-F238E27FC236}">
                    <a16:creationId xmlns:a16="http://schemas.microsoft.com/office/drawing/2014/main" id="{B2A342CC-B865-20EC-CEC7-73A320AFD27C}"/>
                  </a:ext>
                </a:extLst>
              </p:cNvPr>
              <p:cNvSpPr/>
              <p:nvPr/>
            </p:nvSpPr>
            <p:spPr>
              <a:xfrm>
                <a:off x="8058500" y="1508100"/>
                <a:ext cx="111350" cy="109550"/>
              </a:xfrm>
              <a:custGeom>
                <a:avLst/>
                <a:gdLst/>
                <a:ahLst/>
                <a:cxnLst/>
                <a:rect l="l" t="t" r="r" b="b"/>
                <a:pathLst>
                  <a:path w="4454" h="4382" extrusionOk="0">
                    <a:moveTo>
                      <a:pt x="201" y="1"/>
                    </a:moveTo>
                    <a:cubicBezTo>
                      <a:pt x="167" y="1"/>
                      <a:pt x="130" y="18"/>
                      <a:pt x="89" y="53"/>
                    </a:cubicBezTo>
                    <a:cubicBezTo>
                      <a:pt x="89" y="53"/>
                      <a:pt x="0" y="2646"/>
                      <a:pt x="146" y="3813"/>
                    </a:cubicBezTo>
                    <a:cubicBezTo>
                      <a:pt x="157" y="3900"/>
                      <a:pt x="170" y="3978"/>
                      <a:pt x="184" y="4046"/>
                    </a:cubicBezTo>
                    <a:cubicBezTo>
                      <a:pt x="323" y="4159"/>
                      <a:pt x="464" y="4269"/>
                      <a:pt x="604" y="4379"/>
                    </a:cubicBezTo>
                    <a:cubicBezTo>
                      <a:pt x="604" y="4380"/>
                      <a:pt x="606" y="4380"/>
                      <a:pt x="608" y="4382"/>
                    </a:cubicBezTo>
                    <a:cubicBezTo>
                      <a:pt x="1597" y="4269"/>
                      <a:pt x="4454" y="3184"/>
                      <a:pt x="4231" y="3004"/>
                    </a:cubicBezTo>
                    <a:cubicBezTo>
                      <a:pt x="4210" y="2987"/>
                      <a:pt x="4167" y="2980"/>
                      <a:pt x="4106" y="2980"/>
                    </a:cubicBezTo>
                    <a:cubicBezTo>
                      <a:pt x="3580" y="2980"/>
                      <a:pt x="1710" y="3554"/>
                      <a:pt x="912" y="3806"/>
                    </a:cubicBezTo>
                    <a:cubicBezTo>
                      <a:pt x="688" y="3879"/>
                      <a:pt x="547" y="3924"/>
                      <a:pt x="547" y="3924"/>
                    </a:cubicBezTo>
                    <a:cubicBezTo>
                      <a:pt x="547" y="3924"/>
                      <a:pt x="561" y="3618"/>
                      <a:pt x="569" y="3177"/>
                    </a:cubicBezTo>
                    <a:cubicBezTo>
                      <a:pt x="590" y="2037"/>
                      <a:pt x="578" y="1"/>
                      <a:pt x="20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3">
                <a:extLst>
                  <a:ext uri="{FF2B5EF4-FFF2-40B4-BE49-F238E27FC236}">
                    <a16:creationId xmlns:a16="http://schemas.microsoft.com/office/drawing/2014/main" id="{BD56A05F-AAB6-67A5-7E2F-49C34A465519}"/>
                  </a:ext>
                </a:extLst>
              </p:cNvPr>
              <p:cNvSpPr/>
              <p:nvPr/>
            </p:nvSpPr>
            <p:spPr>
              <a:xfrm>
                <a:off x="8463150" y="1215825"/>
                <a:ext cx="452950" cy="538875"/>
              </a:xfrm>
              <a:custGeom>
                <a:avLst/>
                <a:gdLst/>
                <a:ahLst/>
                <a:cxnLst/>
                <a:rect l="l" t="t" r="r" b="b"/>
                <a:pathLst>
                  <a:path w="18118" h="21555" extrusionOk="0">
                    <a:moveTo>
                      <a:pt x="18114" y="17442"/>
                    </a:moveTo>
                    <a:lnTo>
                      <a:pt x="18114" y="17442"/>
                    </a:lnTo>
                    <a:cubicBezTo>
                      <a:pt x="18015" y="16854"/>
                      <a:pt x="17876" y="16238"/>
                      <a:pt x="17686" y="15593"/>
                    </a:cubicBezTo>
                    <a:lnTo>
                      <a:pt x="17686" y="15593"/>
                    </a:lnTo>
                    <a:cubicBezTo>
                      <a:pt x="17488" y="14916"/>
                      <a:pt x="17233" y="14206"/>
                      <a:pt x="16919" y="13465"/>
                    </a:cubicBezTo>
                    <a:cubicBezTo>
                      <a:pt x="16437" y="12330"/>
                      <a:pt x="15903" y="11270"/>
                      <a:pt x="15331" y="10282"/>
                    </a:cubicBezTo>
                    <a:cubicBezTo>
                      <a:pt x="11247" y="3239"/>
                      <a:pt x="5234" y="1"/>
                      <a:pt x="2875" y="1931"/>
                    </a:cubicBezTo>
                    <a:cubicBezTo>
                      <a:pt x="1" y="4280"/>
                      <a:pt x="7101" y="8613"/>
                      <a:pt x="7146" y="14184"/>
                    </a:cubicBezTo>
                    <a:cubicBezTo>
                      <a:pt x="7146" y="14241"/>
                      <a:pt x="7146" y="14300"/>
                      <a:pt x="7143" y="14358"/>
                    </a:cubicBezTo>
                    <a:cubicBezTo>
                      <a:pt x="7119" y="15691"/>
                      <a:pt x="7239" y="17101"/>
                      <a:pt x="7483" y="18481"/>
                    </a:cubicBezTo>
                    <a:cubicBezTo>
                      <a:pt x="7671" y="19538"/>
                      <a:pt x="7929" y="20579"/>
                      <a:pt x="8254" y="21555"/>
                    </a:cubicBezTo>
                    <a:cubicBezTo>
                      <a:pt x="8305" y="21544"/>
                      <a:pt x="8358" y="21531"/>
                      <a:pt x="8410" y="21522"/>
                    </a:cubicBezTo>
                    <a:cubicBezTo>
                      <a:pt x="8443" y="21515"/>
                      <a:pt x="8478" y="21508"/>
                      <a:pt x="8511" y="21499"/>
                    </a:cubicBezTo>
                    <a:cubicBezTo>
                      <a:pt x="8609" y="21478"/>
                      <a:pt x="8707" y="21455"/>
                      <a:pt x="8805" y="21432"/>
                    </a:cubicBezTo>
                    <a:cubicBezTo>
                      <a:pt x="8826" y="21427"/>
                      <a:pt x="8847" y="21423"/>
                      <a:pt x="8867" y="21419"/>
                    </a:cubicBezTo>
                    <a:cubicBezTo>
                      <a:pt x="8912" y="21409"/>
                      <a:pt x="8959" y="21398"/>
                      <a:pt x="9005" y="21385"/>
                    </a:cubicBezTo>
                    <a:cubicBezTo>
                      <a:pt x="9069" y="21370"/>
                      <a:pt x="9135" y="21355"/>
                      <a:pt x="9200" y="21339"/>
                    </a:cubicBezTo>
                    <a:cubicBezTo>
                      <a:pt x="9224" y="21332"/>
                      <a:pt x="9249" y="21327"/>
                      <a:pt x="9272" y="21320"/>
                    </a:cubicBezTo>
                    <a:cubicBezTo>
                      <a:pt x="9323" y="21307"/>
                      <a:pt x="9374" y="21295"/>
                      <a:pt x="9424" y="21281"/>
                    </a:cubicBezTo>
                    <a:cubicBezTo>
                      <a:pt x="9430" y="21279"/>
                      <a:pt x="9435" y="21279"/>
                      <a:pt x="9438" y="21278"/>
                    </a:cubicBezTo>
                    <a:cubicBezTo>
                      <a:pt x="9492" y="21264"/>
                      <a:pt x="9544" y="21250"/>
                      <a:pt x="9598" y="21236"/>
                    </a:cubicBezTo>
                    <a:lnTo>
                      <a:pt x="9640" y="21225"/>
                    </a:lnTo>
                    <a:cubicBezTo>
                      <a:pt x="9762" y="21195"/>
                      <a:pt x="9882" y="21161"/>
                      <a:pt x="10002" y="21128"/>
                    </a:cubicBezTo>
                    <a:cubicBezTo>
                      <a:pt x="10032" y="21119"/>
                      <a:pt x="10066" y="21111"/>
                      <a:pt x="10098" y="21103"/>
                    </a:cubicBezTo>
                    <a:cubicBezTo>
                      <a:pt x="10162" y="21085"/>
                      <a:pt x="10224" y="21066"/>
                      <a:pt x="10288" y="21048"/>
                    </a:cubicBezTo>
                    <a:cubicBezTo>
                      <a:pt x="10320" y="21040"/>
                      <a:pt x="10354" y="21029"/>
                      <a:pt x="10384" y="21021"/>
                    </a:cubicBezTo>
                    <a:cubicBezTo>
                      <a:pt x="10449" y="21001"/>
                      <a:pt x="10511" y="20984"/>
                      <a:pt x="10575" y="20965"/>
                    </a:cubicBezTo>
                    <a:cubicBezTo>
                      <a:pt x="10639" y="20945"/>
                      <a:pt x="10703" y="20927"/>
                      <a:pt x="10766" y="20908"/>
                    </a:cubicBezTo>
                    <a:cubicBezTo>
                      <a:pt x="10828" y="20888"/>
                      <a:pt x="10892" y="20869"/>
                      <a:pt x="10955" y="20848"/>
                    </a:cubicBezTo>
                    <a:cubicBezTo>
                      <a:pt x="11082" y="20808"/>
                      <a:pt x="11207" y="20769"/>
                      <a:pt x="11332" y="20727"/>
                    </a:cubicBezTo>
                    <a:cubicBezTo>
                      <a:pt x="11375" y="20713"/>
                      <a:pt x="11421" y="20698"/>
                      <a:pt x="11464" y="20684"/>
                    </a:cubicBezTo>
                    <a:cubicBezTo>
                      <a:pt x="11552" y="20653"/>
                      <a:pt x="11638" y="20624"/>
                      <a:pt x="11728" y="20595"/>
                    </a:cubicBezTo>
                    <a:cubicBezTo>
                      <a:pt x="11757" y="20584"/>
                      <a:pt x="11787" y="20575"/>
                      <a:pt x="11815" y="20565"/>
                    </a:cubicBezTo>
                    <a:lnTo>
                      <a:pt x="11878" y="20545"/>
                    </a:lnTo>
                    <a:cubicBezTo>
                      <a:pt x="11920" y="20531"/>
                      <a:pt x="11961" y="20514"/>
                      <a:pt x="12003" y="20499"/>
                    </a:cubicBezTo>
                    <a:cubicBezTo>
                      <a:pt x="12045" y="20485"/>
                      <a:pt x="12087" y="20469"/>
                      <a:pt x="12128" y="20454"/>
                    </a:cubicBezTo>
                    <a:cubicBezTo>
                      <a:pt x="12212" y="20423"/>
                      <a:pt x="12295" y="20393"/>
                      <a:pt x="12379" y="20361"/>
                    </a:cubicBezTo>
                    <a:cubicBezTo>
                      <a:pt x="12581" y="20287"/>
                      <a:pt x="12782" y="20208"/>
                      <a:pt x="12981" y="20130"/>
                    </a:cubicBezTo>
                    <a:cubicBezTo>
                      <a:pt x="13091" y="20087"/>
                      <a:pt x="13201" y="20044"/>
                      <a:pt x="13309" y="19998"/>
                    </a:cubicBezTo>
                    <a:cubicBezTo>
                      <a:pt x="13374" y="19971"/>
                      <a:pt x="13438" y="19946"/>
                      <a:pt x="13501" y="19918"/>
                    </a:cubicBezTo>
                    <a:cubicBezTo>
                      <a:pt x="13736" y="19818"/>
                      <a:pt x="13970" y="19718"/>
                      <a:pt x="14202" y="19613"/>
                    </a:cubicBezTo>
                    <a:cubicBezTo>
                      <a:pt x="14377" y="19536"/>
                      <a:pt x="14551" y="19455"/>
                      <a:pt x="14725" y="19371"/>
                    </a:cubicBezTo>
                    <a:lnTo>
                      <a:pt x="14725" y="19371"/>
                    </a:lnTo>
                    <a:cubicBezTo>
                      <a:pt x="15013" y="19234"/>
                      <a:pt x="15299" y="19093"/>
                      <a:pt x="15583" y="18947"/>
                    </a:cubicBezTo>
                    <a:cubicBezTo>
                      <a:pt x="15816" y="18827"/>
                      <a:pt x="16048" y="18703"/>
                      <a:pt x="16277" y="18578"/>
                    </a:cubicBezTo>
                    <a:cubicBezTo>
                      <a:pt x="16443" y="18488"/>
                      <a:pt x="16604" y="18396"/>
                      <a:pt x="16767" y="18304"/>
                    </a:cubicBezTo>
                    <a:cubicBezTo>
                      <a:pt x="16948" y="18199"/>
                      <a:pt x="17128" y="18095"/>
                      <a:pt x="17306" y="17987"/>
                    </a:cubicBezTo>
                    <a:cubicBezTo>
                      <a:pt x="17574" y="17825"/>
                      <a:pt x="17842" y="17658"/>
                      <a:pt x="18106" y="17485"/>
                    </a:cubicBezTo>
                    <a:cubicBezTo>
                      <a:pt x="18109" y="17484"/>
                      <a:pt x="18114" y="17480"/>
                      <a:pt x="18117" y="17479"/>
                    </a:cubicBezTo>
                    <a:cubicBezTo>
                      <a:pt x="18117" y="17466"/>
                      <a:pt x="18116" y="17455"/>
                      <a:pt x="18114" y="174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ADADFD"/>
                  </a:gs>
                  <a:gs pos="100000">
                    <a:srgbClr val="5F5FF6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43">
                <a:extLst>
                  <a:ext uri="{FF2B5EF4-FFF2-40B4-BE49-F238E27FC236}">
                    <a16:creationId xmlns:a16="http://schemas.microsoft.com/office/drawing/2014/main" id="{287BA071-EE2F-E0C6-E018-EFB2D1966C14}"/>
                  </a:ext>
                </a:extLst>
              </p:cNvPr>
              <p:cNvSpPr/>
              <p:nvPr/>
            </p:nvSpPr>
            <p:spPr>
              <a:xfrm>
                <a:off x="8633625" y="1351875"/>
                <a:ext cx="18837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7535" h="14478" extrusionOk="0">
                    <a:moveTo>
                      <a:pt x="493" y="1"/>
                    </a:moveTo>
                    <a:cubicBezTo>
                      <a:pt x="0" y="1"/>
                      <a:pt x="2268" y="2622"/>
                      <a:pt x="4127" y="5822"/>
                    </a:cubicBezTo>
                    <a:cubicBezTo>
                      <a:pt x="4251" y="6032"/>
                      <a:pt x="4371" y="6247"/>
                      <a:pt x="4489" y="6463"/>
                    </a:cubicBezTo>
                    <a:cubicBezTo>
                      <a:pt x="5195" y="7747"/>
                      <a:pt x="5803" y="9100"/>
                      <a:pt x="6125" y="10398"/>
                    </a:cubicBezTo>
                    <a:cubicBezTo>
                      <a:pt x="6143" y="10468"/>
                      <a:pt x="6159" y="10538"/>
                      <a:pt x="6176" y="10604"/>
                    </a:cubicBezTo>
                    <a:cubicBezTo>
                      <a:pt x="6226" y="10817"/>
                      <a:pt x="6275" y="11029"/>
                      <a:pt x="6319" y="11240"/>
                    </a:cubicBezTo>
                    <a:cubicBezTo>
                      <a:pt x="6393" y="11581"/>
                      <a:pt x="6459" y="11918"/>
                      <a:pt x="6518" y="12251"/>
                    </a:cubicBezTo>
                    <a:cubicBezTo>
                      <a:pt x="6658" y="13023"/>
                      <a:pt x="6758" y="13769"/>
                      <a:pt x="6833" y="14478"/>
                    </a:cubicBezTo>
                    <a:cubicBezTo>
                      <a:pt x="7068" y="14379"/>
                      <a:pt x="7303" y="14277"/>
                      <a:pt x="7534" y="14173"/>
                    </a:cubicBezTo>
                    <a:cubicBezTo>
                      <a:pt x="7447" y="13115"/>
                      <a:pt x="7257" y="11981"/>
                      <a:pt x="6911" y="10813"/>
                    </a:cubicBezTo>
                    <a:cubicBezTo>
                      <a:pt x="6861" y="10642"/>
                      <a:pt x="6805" y="10469"/>
                      <a:pt x="6748" y="10297"/>
                    </a:cubicBezTo>
                    <a:cubicBezTo>
                      <a:pt x="6740" y="10269"/>
                      <a:pt x="6730" y="10241"/>
                      <a:pt x="6720" y="10213"/>
                    </a:cubicBezTo>
                    <a:cubicBezTo>
                      <a:pt x="6706" y="10172"/>
                      <a:pt x="6691" y="10130"/>
                      <a:pt x="6677" y="10088"/>
                    </a:cubicBezTo>
                    <a:cubicBezTo>
                      <a:pt x="6225" y="8787"/>
                      <a:pt x="5682" y="7534"/>
                      <a:pt x="5106" y="6379"/>
                    </a:cubicBezTo>
                    <a:cubicBezTo>
                      <a:pt x="5004" y="6176"/>
                      <a:pt x="4903" y="5974"/>
                      <a:pt x="4798" y="5778"/>
                    </a:cubicBezTo>
                    <a:cubicBezTo>
                      <a:pt x="3052" y="2445"/>
                      <a:pt x="1105" y="73"/>
                      <a:pt x="513" y="2"/>
                    </a:cubicBezTo>
                    <a:cubicBezTo>
                      <a:pt x="506" y="1"/>
                      <a:pt x="499" y="1"/>
                      <a:pt x="49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43">
                <a:extLst>
                  <a:ext uri="{FF2B5EF4-FFF2-40B4-BE49-F238E27FC236}">
                    <a16:creationId xmlns:a16="http://schemas.microsoft.com/office/drawing/2014/main" id="{4D9EF333-33D3-B304-613A-C876B0936ADB}"/>
                  </a:ext>
                </a:extLst>
              </p:cNvPr>
              <p:cNvSpPr/>
              <p:nvPr/>
            </p:nvSpPr>
            <p:spPr>
              <a:xfrm>
                <a:off x="8656050" y="1405325"/>
                <a:ext cx="112375" cy="109525"/>
              </a:xfrm>
              <a:custGeom>
                <a:avLst/>
                <a:gdLst/>
                <a:ahLst/>
                <a:cxnLst/>
                <a:rect l="l" t="t" r="r" b="b"/>
                <a:pathLst>
                  <a:path w="4495" h="4381" extrusionOk="0">
                    <a:moveTo>
                      <a:pt x="4338" y="1"/>
                    </a:moveTo>
                    <a:cubicBezTo>
                      <a:pt x="3819" y="1"/>
                      <a:pt x="3905" y="3914"/>
                      <a:pt x="3905" y="3914"/>
                    </a:cubicBezTo>
                    <a:cubicBezTo>
                      <a:pt x="3905" y="3914"/>
                      <a:pt x="998" y="2889"/>
                      <a:pt x="352" y="2889"/>
                    </a:cubicBezTo>
                    <a:cubicBezTo>
                      <a:pt x="300" y="2889"/>
                      <a:pt x="262" y="2896"/>
                      <a:pt x="242" y="2910"/>
                    </a:cubicBezTo>
                    <a:cubicBezTo>
                      <a:pt x="1" y="3092"/>
                      <a:pt x="3218" y="4381"/>
                      <a:pt x="3997" y="4381"/>
                    </a:cubicBezTo>
                    <a:cubicBezTo>
                      <a:pt x="4062" y="4381"/>
                      <a:pt x="4110" y="4372"/>
                      <a:pt x="4138" y="4352"/>
                    </a:cubicBezTo>
                    <a:cubicBezTo>
                      <a:pt x="4494" y="4100"/>
                      <a:pt x="4451" y="56"/>
                      <a:pt x="4451" y="56"/>
                    </a:cubicBezTo>
                    <a:cubicBezTo>
                      <a:pt x="4411" y="19"/>
                      <a:pt x="4373" y="1"/>
                      <a:pt x="433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3">
                <a:extLst>
                  <a:ext uri="{FF2B5EF4-FFF2-40B4-BE49-F238E27FC236}">
                    <a16:creationId xmlns:a16="http://schemas.microsoft.com/office/drawing/2014/main" id="{3BD5D913-A509-331A-81B7-B5013180331B}"/>
                  </a:ext>
                </a:extLst>
              </p:cNvPr>
              <p:cNvSpPr/>
              <p:nvPr/>
            </p:nvSpPr>
            <p:spPr>
              <a:xfrm>
                <a:off x="8706150" y="1530025"/>
                <a:ext cx="126950" cy="104475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4179" extrusionOk="0">
                    <a:moveTo>
                      <a:pt x="4956" y="1"/>
                    </a:moveTo>
                    <a:cubicBezTo>
                      <a:pt x="4449" y="1"/>
                      <a:pt x="3595" y="3690"/>
                      <a:pt x="3595" y="3690"/>
                    </a:cubicBezTo>
                    <a:cubicBezTo>
                      <a:pt x="3595" y="3690"/>
                      <a:pt x="775" y="1807"/>
                      <a:pt x="327" y="1807"/>
                    </a:cubicBezTo>
                    <a:cubicBezTo>
                      <a:pt x="313" y="1807"/>
                      <a:pt x="302" y="1809"/>
                      <a:pt x="293" y="1812"/>
                    </a:cubicBezTo>
                    <a:cubicBezTo>
                      <a:pt x="0" y="1934"/>
                      <a:pt x="3097" y="4179"/>
                      <a:pt x="3664" y="4179"/>
                    </a:cubicBezTo>
                    <a:cubicBezTo>
                      <a:pt x="3682" y="4179"/>
                      <a:pt x="3698" y="4176"/>
                      <a:pt x="3711" y="4171"/>
                    </a:cubicBezTo>
                    <a:cubicBezTo>
                      <a:pt x="4120" y="4017"/>
                      <a:pt x="5077" y="85"/>
                      <a:pt x="5077" y="85"/>
                    </a:cubicBezTo>
                    <a:cubicBezTo>
                      <a:pt x="5040" y="28"/>
                      <a:pt x="4999" y="1"/>
                      <a:pt x="4956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3">
                <a:extLst>
                  <a:ext uri="{FF2B5EF4-FFF2-40B4-BE49-F238E27FC236}">
                    <a16:creationId xmlns:a16="http://schemas.microsoft.com/office/drawing/2014/main" id="{80D8D582-D626-8482-236C-3D1713C39A84}"/>
                  </a:ext>
                </a:extLst>
              </p:cNvPr>
              <p:cNvSpPr/>
              <p:nvPr/>
            </p:nvSpPr>
            <p:spPr>
              <a:xfrm>
                <a:off x="8731000" y="1688950"/>
                <a:ext cx="60450" cy="35900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1436" extrusionOk="0">
                    <a:moveTo>
                      <a:pt x="198" y="1"/>
                    </a:moveTo>
                    <a:cubicBezTo>
                      <a:pt x="184" y="1"/>
                      <a:pt x="172" y="3"/>
                      <a:pt x="163" y="7"/>
                    </a:cubicBezTo>
                    <a:cubicBezTo>
                      <a:pt x="0" y="75"/>
                      <a:pt x="894" y="805"/>
                      <a:pt x="1815" y="1436"/>
                    </a:cubicBezTo>
                    <a:cubicBezTo>
                      <a:pt x="2017" y="1362"/>
                      <a:pt x="2218" y="1286"/>
                      <a:pt x="2417" y="1205"/>
                    </a:cubicBezTo>
                    <a:cubicBezTo>
                      <a:pt x="1568" y="667"/>
                      <a:pt x="464" y="1"/>
                      <a:pt x="19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43">
                <a:extLst>
                  <a:ext uri="{FF2B5EF4-FFF2-40B4-BE49-F238E27FC236}">
                    <a16:creationId xmlns:a16="http://schemas.microsoft.com/office/drawing/2014/main" id="{7167081F-8C85-660F-AC29-60495EBF044B}"/>
                  </a:ext>
                </a:extLst>
              </p:cNvPr>
              <p:cNvSpPr/>
              <p:nvPr/>
            </p:nvSpPr>
            <p:spPr>
              <a:xfrm>
                <a:off x="8835050" y="1656050"/>
                <a:ext cx="37050" cy="44175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767" extrusionOk="0">
                    <a:moveTo>
                      <a:pt x="1330" y="0"/>
                    </a:moveTo>
                    <a:cubicBezTo>
                      <a:pt x="1257" y="0"/>
                      <a:pt x="1173" y="46"/>
                      <a:pt x="1081" y="127"/>
                    </a:cubicBezTo>
                    <a:cubicBezTo>
                      <a:pt x="761" y="407"/>
                      <a:pt x="349" y="1105"/>
                      <a:pt x="1" y="1766"/>
                    </a:cubicBezTo>
                    <a:cubicBezTo>
                      <a:pt x="290" y="1629"/>
                      <a:pt x="576" y="1488"/>
                      <a:pt x="858" y="1342"/>
                    </a:cubicBezTo>
                    <a:cubicBezTo>
                      <a:pt x="1025" y="1016"/>
                      <a:pt x="1175" y="718"/>
                      <a:pt x="1285" y="496"/>
                    </a:cubicBezTo>
                    <a:cubicBezTo>
                      <a:pt x="1406" y="249"/>
                      <a:pt x="1482" y="94"/>
                      <a:pt x="1482" y="94"/>
                    </a:cubicBezTo>
                    <a:cubicBezTo>
                      <a:pt x="1439" y="30"/>
                      <a:pt x="1388" y="0"/>
                      <a:pt x="1330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43">
                <a:extLst>
                  <a:ext uri="{FF2B5EF4-FFF2-40B4-BE49-F238E27FC236}">
                    <a16:creationId xmlns:a16="http://schemas.microsoft.com/office/drawing/2014/main" id="{F6CB1129-653C-11FC-8257-FBC99F7C67D7}"/>
                  </a:ext>
                </a:extLst>
              </p:cNvPr>
              <p:cNvSpPr/>
              <p:nvPr/>
            </p:nvSpPr>
            <p:spPr>
              <a:xfrm>
                <a:off x="8835725" y="949250"/>
                <a:ext cx="418800" cy="391625"/>
              </a:xfrm>
              <a:custGeom>
                <a:avLst/>
                <a:gdLst/>
                <a:ahLst/>
                <a:cxnLst/>
                <a:rect l="l" t="t" r="r" b="b"/>
                <a:pathLst>
                  <a:path w="16752" h="15665" extrusionOk="0">
                    <a:moveTo>
                      <a:pt x="1212" y="3144"/>
                    </a:moveTo>
                    <a:cubicBezTo>
                      <a:pt x="0" y="6445"/>
                      <a:pt x="7399" y="6728"/>
                      <a:pt x="10621" y="10806"/>
                    </a:cubicBezTo>
                    <a:cubicBezTo>
                      <a:pt x="10836" y="11077"/>
                      <a:pt x="11033" y="11368"/>
                      <a:pt x="11207" y="11676"/>
                    </a:cubicBezTo>
                    <a:cubicBezTo>
                      <a:pt x="11797" y="12718"/>
                      <a:pt x="12518" y="13752"/>
                      <a:pt x="13318" y="14724"/>
                    </a:cubicBezTo>
                    <a:cubicBezTo>
                      <a:pt x="13582" y="15045"/>
                      <a:pt x="13855" y="15358"/>
                      <a:pt x="14136" y="15664"/>
                    </a:cubicBezTo>
                    <a:cubicBezTo>
                      <a:pt x="14857" y="14085"/>
                      <a:pt x="15440" y="12430"/>
                      <a:pt x="15873" y="10717"/>
                    </a:cubicBezTo>
                    <a:cubicBezTo>
                      <a:pt x="15916" y="10544"/>
                      <a:pt x="15958" y="10370"/>
                      <a:pt x="16000" y="10196"/>
                    </a:cubicBezTo>
                    <a:cubicBezTo>
                      <a:pt x="16057" y="9951"/>
                      <a:pt x="16111" y="9704"/>
                      <a:pt x="16161" y="9456"/>
                    </a:cubicBezTo>
                    <a:cubicBezTo>
                      <a:pt x="16204" y="9248"/>
                      <a:pt x="16245" y="9040"/>
                      <a:pt x="16284" y="8831"/>
                    </a:cubicBezTo>
                    <a:cubicBezTo>
                      <a:pt x="16367" y="8372"/>
                      <a:pt x="16440" y="7908"/>
                      <a:pt x="16502" y="7441"/>
                    </a:cubicBezTo>
                    <a:cubicBezTo>
                      <a:pt x="16525" y="7271"/>
                      <a:pt x="16545" y="7098"/>
                      <a:pt x="16566" y="6927"/>
                    </a:cubicBezTo>
                    <a:cubicBezTo>
                      <a:pt x="16586" y="6759"/>
                      <a:pt x="16605" y="6589"/>
                      <a:pt x="16621" y="6418"/>
                    </a:cubicBezTo>
                    <a:lnTo>
                      <a:pt x="16621" y="6418"/>
                    </a:lnTo>
                    <a:cubicBezTo>
                      <a:pt x="16625" y="6374"/>
                      <a:pt x="16629" y="6331"/>
                      <a:pt x="16633" y="6290"/>
                    </a:cubicBezTo>
                    <a:cubicBezTo>
                      <a:pt x="16634" y="6273"/>
                      <a:pt x="16637" y="6258"/>
                      <a:pt x="16639" y="6241"/>
                    </a:cubicBezTo>
                    <a:cubicBezTo>
                      <a:pt x="16648" y="6131"/>
                      <a:pt x="16658" y="6021"/>
                      <a:pt x="16666" y="5911"/>
                    </a:cubicBezTo>
                    <a:cubicBezTo>
                      <a:pt x="16669" y="5869"/>
                      <a:pt x="16673" y="5826"/>
                      <a:pt x="16676" y="5784"/>
                    </a:cubicBezTo>
                    <a:cubicBezTo>
                      <a:pt x="16683" y="5699"/>
                      <a:pt x="16689" y="5615"/>
                      <a:pt x="16694" y="5531"/>
                    </a:cubicBezTo>
                    <a:cubicBezTo>
                      <a:pt x="16697" y="5489"/>
                      <a:pt x="16698" y="5445"/>
                      <a:pt x="16703" y="5403"/>
                    </a:cubicBezTo>
                    <a:cubicBezTo>
                      <a:pt x="16704" y="5365"/>
                      <a:pt x="16708" y="5329"/>
                      <a:pt x="16710" y="5290"/>
                    </a:cubicBezTo>
                    <a:cubicBezTo>
                      <a:pt x="16715" y="5200"/>
                      <a:pt x="16721" y="5109"/>
                      <a:pt x="16724" y="5019"/>
                    </a:cubicBezTo>
                    <a:cubicBezTo>
                      <a:pt x="16725" y="4985"/>
                      <a:pt x="16728" y="4955"/>
                      <a:pt x="16729" y="4921"/>
                    </a:cubicBezTo>
                    <a:cubicBezTo>
                      <a:pt x="16733" y="4824"/>
                      <a:pt x="16737" y="4727"/>
                      <a:pt x="16740" y="4628"/>
                    </a:cubicBezTo>
                    <a:cubicBezTo>
                      <a:pt x="16743" y="4586"/>
                      <a:pt x="16744" y="4546"/>
                      <a:pt x="16746" y="4504"/>
                    </a:cubicBezTo>
                    <a:cubicBezTo>
                      <a:pt x="16747" y="4461"/>
                      <a:pt x="16750" y="4419"/>
                      <a:pt x="16750" y="4376"/>
                    </a:cubicBezTo>
                    <a:cubicBezTo>
                      <a:pt x="16750" y="4359"/>
                      <a:pt x="16751" y="4344"/>
                      <a:pt x="16751" y="4329"/>
                    </a:cubicBezTo>
                    <a:lnTo>
                      <a:pt x="16751" y="4329"/>
                    </a:lnTo>
                    <a:cubicBezTo>
                      <a:pt x="9453" y="0"/>
                      <a:pt x="2291" y="206"/>
                      <a:pt x="1212" y="314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3">
                <a:extLst>
                  <a:ext uri="{FF2B5EF4-FFF2-40B4-BE49-F238E27FC236}">
                    <a16:creationId xmlns:a16="http://schemas.microsoft.com/office/drawing/2014/main" id="{9FF03199-A8E5-61F6-94FC-EC6DCCA238FF}"/>
                  </a:ext>
                </a:extLst>
              </p:cNvPr>
              <p:cNvSpPr/>
              <p:nvPr/>
            </p:nvSpPr>
            <p:spPr>
              <a:xfrm>
                <a:off x="8990275" y="1047825"/>
                <a:ext cx="252525" cy="137725"/>
              </a:xfrm>
              <a:custGeom>
                <a:avLst/>
                <a:gdLst/>
                <a:ahLst/>
                <a:cxnLst/>
                <a:rect l="l" t="t" r="r" b="b"/>
                <a:pathLst>
                  <a:path w="10101" h="5509" extrusionOk="0">
                    <a:moveTo>
                      <a:pt x="742" y="1"/>
                    </a:moveTo>
                    <a:cubicBezTo>
                      <a:pt x="651" y="1"/>
                      <a:pt x="579" y="12"/>
                      <a:pt x="528" y="35"/>
                    </a:cubicBezTo>
                    <a:cubicBezTo>
                      <a:pt x="0" y="266"/>
                      <a:pt x="3329" y="1375"/>
                      <a:pt x="6600" y="3209"/>
                    </a:cubicBezTo>
                    <a:cubicBezTo>
                      <a:pt x="6812" y="3328"/>
                      <a:pt x="7026" y="3452"/>
                      <a:pt x="7236" y="3575"/>
                    </a:cubicBezTo>
                    <a:cubicBezTo>
                      <a:pt x="8215" y="4157"/>
                      <a:pt x="9164" y="4803"/>
                      <a:pt x="9978" y="5509"/>
                    </a:cubicBezTo>
                    <a:cubicBezTo>
                      <a:pt x="10021" y="5301"/>
                      <a:pt x="10061" y="5092"/>
                      <a:pt x="10100" y="4884"/>
                    </a:cubicBezTo>
                    <a:cubicBezTo>
                      <a:pt x="9315" y="4270"/>
                      <a:pt x="8515" y="3705"/>
                      <a:pt x="7725" y="3193"/>
                    </a:cubicBezTo>
                    <a:cubicBezTo>
                      <a:pt x="7534" y="3070"/>
                      <a:pt x="7342" y="2949"/>
                      <a:pt x="7154" y="2829"/>
                    </a:cubicBezTo>
                    <a:cubicBezTo>
                      <a:pt x="4257" y="1036"/>
                      <a:pt x="1618" y="1"/>
                      <a:pt x="74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3">
                <a:extLst>
                  <a:ext uri="{FF2B5EF4-FFF2-40B4-BE49-F238E27FC236}">
                    <a16:creationId xmlns:a16="http://schemas.microsoft.com/office/drawing/2014/main" id="{D4296CC5-E906-7FE4-7DD3-FDF823265F90}"/>
                  </a:ext>
                </a:extLst>
              </p:cNvPr>
              <p:cNvSpPr/>
              <p:nvPr/>
            </p:nvSpPr>
            <p:spPr>
              <a:xfrm>
                <a:off x="9080450" y="1034275"/>
                <a:ext cx="107300" cy="117150"/>
              </a:xfrm>
              <a:custGeom>
                <a:avLst/>
                <a:gdLst/>
                <a:ahLst/>
                <a:cxnLst/>
                <a:rect l="l" t="t" r="r" b="b"/>
                <a:pathLst>
                  <a:path w="4292" h="4686" extrusionOk="0">
                    <a:moveTo>
                      <a:pt x="2141" y="1"/>
                    </a:moveTo>
                    <a:cubicBezTo>
                      <a:pt x="1451" y="1"/>
                      <a:pt x="3689" y="3608"/>
                      <a:pt x="3689" y="3608"/>
                    </a:cubicBezTo>
                    <a:cubicBezTo>
                      <a:pt x="3689" y="3608"/>
                      <a:pt x="148" y="4304"/>
                      <a:pt x="23" y="4607"/>
                    </a:cubicBezTo>
                    <a:cubicBezTo>
                      <a:pt x="1" y="4661"/>
                      <a:pt x="113" y="4685"/>
                      <a:pt x="312" y="4685"/>
                    </a:cubicBezTo>
                    <a:cubicBezTo>
                      <a:pt x="1224" y="4685"/>
                      <a:pt x="3962" y="4195"/>
                      <a:pt x="4111" y="3868"/>
                    </a:cubicBezTo>
                    <a:cubicBezTo>
                      <a:pt x="4292" y="3469"/>
                      <a:pt x="2197" y="8"/>
                      <a:pt x="2197" y="8"/>
                    </a:cubicBezTo>
                    <a:cubicBezTo>
                      <a:pt x="2176" y="3"/>
                      <a:pt x="2158" y="1"/>
                      <a:pt x="2141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43">
                <a:extLst>
                  <a:ext uri="{FF2B5EF4-FFF2-40B4-BE49-F238E27FC236}">
                    <a16:creationId xmlns:a16="http://schemas.microsoft.com/office/drawing/2014/main" id="{83AAD130-514E-958D-422E-0383C2E67F09}"/>
                  </a:ext>
                </a:extLst>
              </p:cNvPr>
              <p:cNvSpPr/>
              <p:nvPr/>
            </p:nvSpPr>
            <p:spPr>
              <a:xfrm>
                <a:off x="9171975" y="1203675"/>
                <a:ext cx="636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539" extrusionOk="0">
                    <a:moveTo>
                      <a:pt x="1502" y="1"/>
                    </a:moveTo>
                    <a:cubicBezTo>
                      <a:pt x="795" y="1"/>
                      <a:pt x="188" y="32"/>
                      <a:pt x="109" y="136"/>
                    </a:cubicBezTo>
                    <a:cubicBezTo>
                      <a:pt x="0" y="284"/>
                      <a:pt x="1257" y="469"/>
                      <a:pt x="2419" y="538"/>
                    </a:cubicBezTo>
                    <a:cubicBezTo>
                      <a:pt x="2465" y="366"/>
                      <a:pt x="2507" y="192"/>
                      <a:pt x="2547" y="18"/>
                    </a:cubicBezTo>
                    <a:cubicBezTo>
                      <a:pt x="2208" y="8"/>
                      <a:pt x="1843" y="1"/>
                      <a:pt x="1502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43">
                <a:extLst>
                  <a:ext uri="{FF2B5EF4-FFF2-40B4-BE49-F238E27FC236}">
                    <a16:creationId xmlns:a16="http://schemas.microsoft.com/office/drawing/2014/main" id="{99257633-BCE0-94A6-FC21-8B3F7D47AB14}"/>
                  </a:ext>
                </a:extLst>
              </p:cNvPr>
              <p:cNvSpPr/>
              <p:nvPr/>
            </p:nvSpPr>
            <p:spPr>
              <a:xfrm>
                <a:off x="9249375" y="1109650"/>
                <a:ext cx="1850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74" h="510" extrusionOk="0">
                    <a:moveTo>
                      <a:pt x="73" y="0"/>
                    </a:moveTo>
                    <a:cubicBezTo>
                      <a:pt x="12" y="84"/>
                      <a:pt x="1" y="266"/>
                      <a:pt x="19" y="510"/>
                    </a:cubicBezTo>
                    <a:cubicBezTo>
                      <a:pt x="38" y="340"/>
                      <a:pt x="56" y="171"/>
                      <a:pt x="7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3">
                <a:extLst>
                  <a:ext uri="{FF2B5EF4-FFF2-40B4-BE49-F238E27FC236}">
                    <a16:creationId xmlns:a16="http://schemas.microsoft.com/office/drawing/2014/main" id="{6D942DBD-E3E5-4A0B-9819-4F1BB74B40A9}"/>
                  </a:ext>
                </a:extLst>
              </p:cNvPr>
              <p:cNvSpPr/>
              <p:nvPr/>
            </p:nvSpPr>
            <p:spPr>
              <a:xfrm>
                <a:off x="8795600" y="1215675"/>
                <a:ext cx="402550" cy="500025"/>
              </a:xfrm>
              <a:custGeom>
                <a:avLst/>
                <a:gdLst/>
                <a:ahLst/>
                <a:cxnLst/>
                <a:rect l="l" t="t" r="r" b="b"/>
                <a:pathLst>
                  <a:path w="16102" h="20001" extrusionOk="0">
                    <a:moveTo>
                      <a:pt x="13341" y="1"/>
                    </a:moveTo>
                    <a:cubicBezTo>
                      <a:pt x="12992" y="1"/>
                      <a:pt x="12619" y="50"/>
                      <a:pt x="12226" y="147"/>
                    </a:cubicBezTo>
                    <a:cubicBezTo>
                      <a:pt x="9192" y="896"/>
                      <a:pt x="5004" y="4505"/>
                      <a:pt x="2181" y="10284"/>
                    </a:cubicBezTo>
                    <a:cubicBezTo>
                      <a:pt x="1849" y="10964"/>
                      <a:pt x="1534" y="11675"/>
                      <a:pt x="1243" y="12416"/>
                    </a:cubicBezTo>
                    <a:cubicBezTo>
                      <a:pt x="1168" y="12604"/>
                      <a:pt x="1099" y="12789"/>
                      <a:pt x="1033" y="12972"/>
                    </a:cubicBezTo>
                    <a:cubicBezTo>
                      <a:pt x="676" y="13958"/>
                      <a:pt x="428" y="14881"/>
                      <a:pt x="268" y="15743"/>
                    </a:cubicBezTo>
                    <a:cubicBezTo>
                      <a:pt x="202" y="16087"/>
                      <a:pt x="152" y="16421"/>
                      <a:pt x="115" y="16747"/>
                    </a:cubicBezTo>
                    <a:cubicBezTo>
                      <a:pt x="76" y="17073"/>
                      <a:pt x="52" y="17388"/>
                      <a:pt x="38" y="17695"/>
                    </a:cubicBezTo>
                    <a:cubicBezTo>
                      <a:pt x="1" y="18534"/>
                      <a:pt x="49" y="19302"/>
                      <a:pt x="159" y="20001"/>
                    </a:cubicBezTo>
                    <a:cubicBezTo>
                      <a:pt x="223" y="19974"/>
                      <a:pt x="289" y="19948"/>
                      <a:pt x="351" y="19920"/>
                    </a:cubicBezTo>
                    <a:cubicBezTo>
                      <a:pt x="585" y="19821"/>
                      <a:pt x="820" y="19720"/>
                      <a:pt x="1051" y="19615"/>
                    </a:cubicBezTo>
                    <a:cubicBezTo>
                      <a:pt x="1228" y="19537"/>
                      <a:pt x="1402" y="19458"/>
                      <a:pt x="1576" y="19375"/>
                    </a:cubicBezTo>
                    <a:cubicBezTo>
                      <a:pt x="1864" y="19237"/>
                      <a:pt x="2149" y="19096"/>
                      <a:pt x="2433" y="18950"/>
                    </a:cubicBezTo>
                    <a:cubicBezTo>
                      <a:pt x="2666" y="18829"/>
                      <a:pt x="2898" y="18706"/>
                      <a:pt x="3128" y="18581"/>
                    </a:cubicBezTo>
                    <a:cubicBezTo>
                      <a:pt x="3292" y="18491"/>
                      <a:pt x="3455" y="18398"/>
                      <a:pt x="3618" y="18306"/>
                    </a:cubicBezTo>
                    <a:cubicBezTo>
                      <a:pt x="3799" y="18201"/>
                      <a:pt x="3978" y="18097"/>
                      <a:pt x="4155" y="17990"/>
                    </a:cubicBezTo>
                    <a:cubicBezTo>
                      <a:pt x="4425" y="17827"/>
                      <a:pt x="4691" y="17660"/>
                      <a:pt x="4955" y="17489"/>
                    </a:cubicBezTo>
                    <a:cubicBezTo>
                      <a:pt x="4959" y="17486"/>
                      <a:pt x="4965" y="17483"/>
                      <a:pt x="4968" y="17480"/>
                    </a:cubicBezTo>
                    <a:cubicBezTo>
                      <a:pt x="7228" y="16016"/>
                      <a:pt x="9274" y="14249"/>
                      <a:pt x="11048" y="12235"/>
                    </a:cubicBezTo>
                    <a:cubicBezTo>
                      <a:pt x="11283" y="9070"/>
                      <a:pt x="13659" y="6267"/>
                      <a:pt x="14919" y="4060"/>
                    </a:cubicBezTo>
                    <a:cubicBezTo>
                      <a:pt x="15762" y="2591"/>
                      <a:pt x="16102" y="1380"/>
                      <a:pt x="14972" y="505"/>
                    </a:cubicBezTo>
                    <a:cubicBezTo>
                      <a:pt x="14533" y="166"/>
                      <a:pt x="13978" y="1"/>
                      <a:pt x="13341" y="1"/>
                    </a:cubicBezTo>
                    <a:close/>
                  </a:path>
                </a:pathLst>
              </a:custGeom>
              <a:solidFill>
                <a:srgbClr val="0E1A3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3">
                <a:extLst>
                  <a:ext uri="{FF2B5EF4-FFF2-40B4-BE49-F238E27FC236}">
                    <a16:creationId xmlns:a16="http://schemas.microsoft.com/office/drawing/2014/main" id="{9D72E836-C262-E9F8-CBA8-752336615832}"/>
                  </a:ext>
                </a:extLst>
              </p:cNvPr>
              <p:cNvSpPr/>
              <p:nvPr/>
            </p:nvSpPr>
            <p:spPr>
              <a:xfrm>
                <a:off x="8899575" y="1318975"/>
                <a:ext cx="177575" cy="346525"/>
              </a:xfrm>
              <a:custGeom>
                <a:avLst/>
                <a:gdLst/>
                <a:ahLst/>
                <a:cxnLst/>
                <a:rect l="l" t="t" r="r" b="b"/>
                <a:pathLst>
                  <a:path w="7103" h="13861" extrusionOk="0">
                    <a:moveTo>
                      <a:pt x="6624" y="1"/>
                    </a:moveTo>
                    <a:cubicBezTo>
                      <a:pt x="6616" y="1"/>
                      <a:pt x="6608" y="2"/>
                      <a:pt x="6600" y="3"/>
                    </a:cubicBezTo>
                    <a:cubicBezTo>
                      <a:pt x="6011" y="88"/>
                      <a:pt x="4129" y="2512"/>
                      <a:pt x="2473" y="5891"/>
                    </a:cubicBezTo>
                    <a:cubicBezTo>
                      <a:pt x="2376" y="6092"/>
                      <a:pt x="2278" y="6295"/>
                      <a:pt x="2184" y="6502"/>
                    </a:cubicBezTo>
                    <a:cubicBezTo>
                      <a:pt x="1638" y="7671"/>
                      <a:pt x="1129" y="8939"/>
                      <a:pt x="713" y="10253"/>
                    </a:cubicBezTo>
                    <a:cubicBezTo>
                      <a:pt x="699" y="10295"/>
                      <a:pt x="688" y="10338"/>
                      <a:pt x="674" y="10380"/>
                    </a:cubicBezTo>
                    <a:cubicBezTo>
                      <a:pt x="608" y="10583"/>
                      <a:pt x="551" y="10785"/>
                      <a:pt x="497" y="10985"/>
                    </a:cubicBezTo>
                    <a:cubicBezTo>
                      <a:pt x="455" y="11147"/>
                      <a:pt x="416" y="11307"/>
                      <a:pt x="377" y="11465"/>
                    </a:cubicBezTo>
                    <a:cubicBezTo>
                      <a:pt x="184" y="12289"/>
                      <a:pt x="64" y="13094"/>
                      <a:pt x="0" y="13861"/>
                    </a:cubicBezTo>
                    <a:cubicBezTo>
                      <a:pt x="270" y="13698"/>
                      <a:pt x="536" y="13531"/>
                      <a:pt x="800" y="13359"/>
                    </a:cubicBezTo>
                    <a:cubicBezTo>
                      <a:pt x="802" y="13346"/>
                      <a:pt x="803" y="13330"/>
                      <a:pt x="806" y="13315"/>
                    </a:cubicBezTo>
                    <a:cubicBezTo>
                      <a:pt x="880" y="12693"/>
                      <a:pt x="976" y="12051"/>
                      <a:pt x="1100" y="11394"/>
                    </a:cubicBezTo>
                    <a:cubicBezTo>
                      <a:pt x="1140" y="11183"/>
                      <a:pt x="1182" y="10970"/>
                      <a:pt x="1226" y="10755"/>
                    </a:cubicBezTo>
                    <a:cubicBezTo>
                      <a:pt x="1242" y="10687"/>
                      <a:pt x="1255" y="10618"/>
                      <a:pt x="1272" y="10548"/>
                    </a:cubicBezTo>
                    <a:cubicBezTo>
                      <a:pt x="1559" y="9241"/>
                      <a:pt x="2131" y="7873"/>
                      <a:pt x="2800" y="6569"/>
                    </a:cubicBezTo>
                    <a:cubicBezTo>
                      <a:pt x="2914" y="6351"/>
                      <a:pt x="3029" y="6133"/>
                      <a:pt x="3145" y="5919"/>
                    </a:cubicBezTo>
                    <a:cubicBezTo>
                      <a:pt x="4914" y="2677"/>
                      <a:pt x="7102" y="1"/>
                      <a:pt x="662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43">
                <a:extLst>
                  <a:ext uri="{FF2B5EF4-FFF2-40B4-BE49-F238E27FC236}">
                    <a16:creationId xmlns:a16="http://schemas.microsoft.com/office/drawing/2014/main" id="{F11A1F33-7180-C9B6-B74B-E49D1E506476}"/>
                  </a:ext>
                </a:extLst>
              </p:cNvPr>
              <p:cNvSpPr/>
              <p:nvPr/>
            </p:nvSpPr>
            <p:spPr>
              <a:xfrm>
                <a:off x="8945225" y="1375625"/>
                <a:ext cx="113325" cy="109325"/>
              </a:xfrm>
              <a:custGeom>
                <a:avLst/>
                <a:gdLst/>
                <a:ahLst/>
                <a:cxnLst/>
                <a:rect l="l" t="t" r="r" b="b"/>
                <a:pathLst>
                  <a:path w="4533" h="4373" extrusionOk="0">
                    <a:moveTo>
                      <a:pt x="114" y="0"/>
                    </a:moveTo>
                    <a:cubicBezTo>
                      <a:pt x="78" y="0"/>
                      <a:pt x="40" y="19"/>
                      <a:pt x="0" y="58"/>
                    </a:cubicBezTo>
                    <a:cubicBezTo>
                      <a:pt x="0" y="58"/>
                      <a:pt x="67" y="4104"/>
                      <a:pt x="430" y="4348"/>
                    </a:cubicBezTo>
                    <a:cubicBezTo>
                      <a:pt x="455" y="4364"/>
                      <a:pt x="497" y="4372"/>
                      <a:pt x="553" y="4372"/>
                    </a:cubicBezTo>
                    <a:cubicBezTo>
                      <a:pt x="1298" y="4372"/>
                      <a:pt x="4533" y="2977"/>
                      <a:pt x="4285" y="2800"/>
                    </a:cubicBezTo>
                    <a:cubicBezTo>
                      <a:pt x="4267" y="2787"/>
                      <a:pt x="4235" y="2781"/>
                      <a:pt x="4190" y="2781"/>
                    </a:cubicBezTo>
                    <a:cubicBezTo>
                      <a:pt x="3576" y="2781"/>
                      <a:pt x="651" y="3904"/>
                      <a:pt x="651" y="3904"/>
                    </a:cubicBezTo>
                    <a:cubicBezTo>
                      <a:pt x="651" y="3904"/>
                      <a:pt x="632" y="0"/>
                      <a:pt x="114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43">
                <a:extLst>
                  <a:ext uri="{FF2B5EF4-FFF2-40B4-BE49-F238E27FC236}">
                    <a16:creationId xmlns:a16="http://schemas.microsoft.com/office/drawing/2014/main" id="{70DC436C-5F60-2175-35B7-248171D51546}"/>
                  </a:ext>
                </a:extLst>
              </p:cNvPr>
              <p:cNvSpPr/>
              <p:nvPr/>
            </p:nvSpPr>
            <p:spPr>
              <a:xfrm>
                <a:off x="8882900" y="1502075"/>
                <a:ext cx="128150" cy="103550"/>
              </a:xfrm>
              <a:custGeom>
                <a:avLst/>
                <a:gdLst/>
                <a:ahLst/>
                <a:cxnLst/>
                <a:rect l="l" t="t" r="r" b="b"/>
                <a:pathLst>
                  <a:path w="5126" h="4142" extrusionOk="0">
                    <a:moveTo>
                      <a:pt x="121" y="0"/>
                    </a:moveTo>
                    <a:cubicBezTo>
                      <a:pt x="77" y="0"/>
                      <a:pt x="37" y="27"/>
                      <a:pt x="0" y="87"/>
                    </a:cubicBezTo>
                    <a:cubicBezTo>
                      <a:pt x="0" y="87"/>
                      <a:pt x="1064" y="3991"/>
                      <a:pt x="1476" y="4136"/>
                    </a:cubicBezTo>
                    <a:cubicBezTo>
                      <a:pt x="1487" y="4140"/>
                      <a:pt x="1501" y="4142"/>
                      <a:pt x="1517" y="4142"/>
                    </a:cubicBezTo>
                    <a:cubicBezTo>
                      <a:pt x="2069" y="4142"/>
                      <a:pt x="5126" y="1800"/>
                      <a:pt x="4830" y="1685"/>
                    </a:cubicBezTo>
                    <a:cubicBezTo>
                      <a:pt x="4821" y="1682"/>
                      <a:pt x="4811" y="1680"/>
                      <a:pt x="4799" y="1680"/>
                    </a:cubicBezTo>
                    <a:cubicBezTo>
                      <a:pt x="4365" y="1680"/>
                      <a:pt x="1580" y="3650"/>
                      <a:pt x="1580" y="3650"/>
                    </a:cubicBezTo>
                    <a:cubicBezTo>
                      <a:pt x="1580" y="3650"/>
                      <a:pt x="629" y="0"/>
                      <a:pt x="121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43">
                <a:extLst>
                  <a:ext uri="{FF2B5EF4-FFF2-40B4-BE49-F238E27FC236}">
                    <a16:creationId xmlns:a16="http://schemas.microsoft.com/office/drawing/2014/main" id="{0458BA45-5707-34CF-7472-9F69146E080F}"/>
                  </a:ext>
                </a:extLst>
              </p:cNvPr>
              <p:cNvSpPr/>
              <p:nvPr/>
            </p:nvSpPr>
            <p:spPr>
              <a:xfrm>
                <a:off x="8847375" y="1629100"/>
                <a:ext cx="3877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551" h="2049" extrusionOk="0">
                    <a:moveTo>
                      <a:pt x="154" y="0"/>
                    </a:moveTo>
                    <a:cubicBezTo>
                      <a:pt x="93" y="0"/>
                      <a:pt x="41" y="31"/>
                      <a:pt x="0" y="99"/>
                    </a:cubicBezTo>
                    <a:cubicBezTo>
                      <a:pt x="0" y="99"/>
                      <a:pt x="252" y="590"/>
                      <a:pt x="588" y="1205"/>
                    </a:cubicBezTo>
                    <a:cubicBezTo>
                      <a:pt x="653" y="1323"/>
                      <a:pt x="723" y="1447"/>
                      <a:pt x="792" y="1574"/>
                    </a:cubicBezTo>
                    <a:cubicBezTo>
                      <a:pt x="879" y="1731"/>
                      <a:pt x="969" y="1891"/>
                      <a:pt x="1060" y="2048"/>
                    </a:cubicBezTo>
                    <a:cubicBezTo>
                      <a:pt x="1225" y="1958"/>
                      <a:pt x="1388" y="1867"/>
                      <a:pt x="1551" y="1774"/>
                    </a:cubicBezTo>
                    <a:cubicBezTo>
                      <a:pt x="1078" y="927"/>
                      <a:pt x="486" y="0"/>
                      <a:pt x="154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43">
                <a:extLst>
                  <a:ext uri="{FF2B5EF4-FFF2-40B4-BE49-F238E27FC236}">
                    <a16:creationId xmlns:a16="http://schemas.microsoft.com/office/drawing/2014/main" id="{467E9731-2784-6105-122D-C815BC0B1CB0}"/>
                  </a:ext>
                </a:extLst>
              </p:cNvPr>
              <p:cNvSpPr/>
              <p:nvPr/>
            </p:nvSpPr>
            <p:spPr>
              <a:xfrm>
                <a:off x="8117925" y="1511650"/>
                <a:ext cx="572350" cy="248950"/>
              </a:xfrm>
              <a:custGeom>
                <a:avLst/>
                <a:gdLst/>
                <a:ahLst/>
                <a:cxnLst/>
                <a:rect l="l" t="t" r="r" b="b"/>
                <a:pathLst>
                  <a:path w="22894" h="9958" extrusionOk="0">
                    <a:moveTo>
                      <a:pt x="22799" y="4655"/>
                    </a:moveTo>
                    <a:cubicBezTo>
                      <a:pt x="22717" y="3775"/>
                      <a:pt x="22111" y="2982"/>
                      <a:pt x="21102" y="2348"/>
                    </a:cubicBezTo>
                    <a:cubicBezTo>
                      <a:pt x="18140" y="489"/>
                      <a:pt x="11692" y="1"/>
                      <a:pt x="4756" y="2735"/>
                    </a:cubicBezTo>
                    <a:cubicBezTo>
                      <a:pt x="4746" y="2738"/>
                      <a:pt x="4735" y="2744"/>
                      <a:pt x="4725" y="2746"/>
                    </a:cubicBezTo>
                    <a:cubicBezTo>
                      <a:pt x="2700" y="3547"/>
                      <a:pt x="1164" y="4503"/>
                      <a:pt x="0" y="5506"/>
                    </a:cubicBezTo>
                    <a:cubicBezTo>
                      <a:pt x="657" y="5941"/>
                      <a:pt x="1335" y="6350"/>
                      <a:pt x="2028" y="6732"/>
                    </a:cubicBezTo>
                    <a:cubicBezTo>
                      <a:pt x="2164" y="6808"/>
                      <a:pt x="2299" y="6880"/>
                      <a:pt x="2436" y="6954"/>
                    </a:cubicBezTo>
                    <a:cubicBezTo>
                      <a:pt x="2660" y="7072"/>
                      <a:pt x="2887" y="7189"/>
                      <a:pt x="3114" y="7302"/>
                    </a:cubicBezTo>
                    <a:cubicBezTo>
                      <a:pt x="3405" y="7446"/>
                      <a:pt x="3697" y="7586"/>
                      <a:pt x="3993" y="7719"/>
                    </a:cubicBezTo>
                    <a:cubicBezTo>
                      <a:pt x="4255" y="7839"/>
                      <a:pt x="4518" y="7954"/>
                      <a:pt x="4784" y="8066"/>
                    </a:cubicBezTo>
                    <a:lnTo>
                      <a:pt x="4909" y="8117"/>
                    </a:lnTo>
                    <a:cubicBezTo>
                      <a:pt x="4958" y="8138"/>
                      <a:pt x="5009" y="8158"/>
                      <a:pt x="5058" y="8179"/>
                    </a:cubicBezTo>
                    <a:cubicBezTo>
                      <a:pt x="5097" y="8194"/>
                      <a:pt x="5136" y="8212"/>
                      <a:pt x="5176" y="8227"/>
                    </a:cubicBezTo>
                    <a:cubicBezTo>
                      <a:pt x="5229" y="8249"/>
                      <a:pt x="5283" y="8270"/>
                      <a:pt x="5339" y="8291"/>
                    </a:cubicBezTo>
                    <a:lnTo>
                      <a:pt x="5443" y="8333"/>
                    </a:lnTo>
                    <a:cubicBezTo>
                      <a:pt x="5638" y="8410"/>
                      <a:pt x="5833" y="8485"/>
                      <a:pt x="6029" y="8556"/>
                    </a:cubicBezTo>
                    <a:lnTo>
                      <a:pt x="6160" y="8603"/>
                    </a:lnTo>
                    <a:cubicBezTo>
                      <a:pt x="6195" y="8616"/>
                      <a:pt x="6230" y="8629"/>
                      <a:pt x="6266" y="8641"/>
                    </a:cubicBezTo>
                    <a:cubicBezTo>
                      <a:pt x="6290" y="8650"/>
                      <a:pt x="6313" y="8657"/>
                      <a:pt x="6336" y="8666"/>
                    </a:cubicBezTo>
                    <a:lnTo>
                      <a:pt x="6440" y="8702"/>
                    </a:lnTo>
                    <a:cubicBezTo>
                      <a:pt x="6450" y="8706"/>
                      <a:pt x="6458" y="8709"/>
                      <a:pt x="6468" y="8710"/>
                    </a:cubicBezTo>
                    <a:cubicBezTo>
                      <a:pt x="6507" y="8724"/>
                      <a:pt x="6543" y="8737"/>
                      <a:pt x="6582" y="8751"/>
                    </a:cubicBezTo>
                    <a:lnTo>
                      <a:pt x="6732" y="8803"/>
                    </a:lnTo>
                    <a:lnTo>
                      <a:pt x="6857" y="8845"/>
                    </a:lnTo>
                    <a:cubicBezTo>
                      <a:pt x="6863" y="8847"/>
                      <a:pt x="6867" y="8848"/>
                      <a:pt x="6871" y="8851"/>
                    </a:cubicBezTo>
                    <a:cubicBezTo>
                      <a:pt x="6916" y="8865"/>
                      <a:pt x="6960" y="8880"/>
                      <a:pt x="7004" y="8894"/>
                    </a:cubicBezTo>
                    <a:cubicBezTo>
                      <a:pt x="7034" y="8904"/>
                      <a:pt x="7065" y="8912"/>
                      <a:pt x="7094" y="8923"/>
                    </a:cubicBezTo>
                    <a:cubicBezTo>
                      <a:pt x="7119" y="8931"/>
                      <a:pt x="7143" y="8938"/>
                      <a:pt x="7168" y="8947"/>
                    </a:cubicBezTo>
                    <a:cubicBezTo>
                      <a:pt x="7237" y="8970"/>
                      <a:pt x="7308" y="8993"/>
                      <a:pt x="7378" y="9014"/>
                    </a:cubicBezTo>
                    <a:cubicBezTo>
                      <a:pt x="7413" y="9025"/>
                      <a:pt x="7446" y="9034"/>
                      <a:pt x="7481" y="9046"/>
                    </a:cubicBezTo>
                    <a:cubicBezTo>
                      <a:pt x="7514" y="9055"/>
                      <a:pt x="7546" y="9066"/>
                      <a:pt x="7578" y="9075"/>
                    </a:cubicBezTo>
                    <a:cubicBezTo>
                      <a:pt x="7681" y="9105"/>
                      <a:pt x="7786" y="9137"/>
                      <a:pt x="7890" y="9167"/>
                    </a:cubicBezTo>
                    <a:cubicBezTo>
                      <a:pt x="7925" y="9178"/>
                      <a:pt x="7957" y="9186"/>
                      <a:pt x="7992" y="9196"/>
                    </a:cubicBezTo>
                    <a:cubicBezTo>
                      <a:pt x="8198" y="9256"/>
                      <a:pt x="8405" y="9313"/>
                      <a:pt x="8611" y="9368"/>
                    </a:cubicBezTo>
                    <a:cubicBezTo>
                      <a:pt x="8656" y="9381"/>
                      <a:pt x="8697" y="9391"/>
                      <a:pt x="8741" y="9402"/>
                    </a:cubicBezTo>
                    <a:cubicBezTo>
                      <a:pt x="8777" y="9412"/>
                      <a:pt x="8813" y="9421"/>
                      <a:pt x="8850" y="9430"/>
                    </a:cubicBezTo>
                    <a:cubicBezTo>
                      <a:pt x="8874" y="9437"/>
                      <a:pt x="8899" y="9442"/>
                      <a:pt x="8923" y="9449"/>
                    </a:cubicBezTo>
                    <a:lnTo>
                      <a:pt x="9236" y="9527"/>
                    </a:lnTo>
                    <a:cubicBezTo>
                      <a:pt x="9271" y="9535"/>
                      <a:pt x="9306" y="9544"/>
                      <a:pt x="9340" y="9551"/>
                    </a:cubicBezTo>
                    <a:cubicBezTo>
                      <a:pt x="9375" y="9561"/>
                      <a:pt x="9410" y="9567"/>
                      <a:pt x="9445" y="9576"/>
                    </a:cubicBezTo>
                    <a:cubicBezTo>
                      <a:pt x="9592" y="9611"/>
                      <a:pt x="9743" y="9644"/>
                      <a:pt x="9892" y="9676"/>
                    </a:cubicBezTo>
                    <a:cubicBezTo>
                      <a:pt x="9918" y="9682"/>
                      <a:pt x="9944" y="9689"/>
                      <a:pt x="9971" y="9694"/>
                    </a:cubicBezTo>
                    <a:cubicBezTo>
                      <a:pt x="10040" y="9709"/>
                      <a:pt x="10111" y="9723"/>
                      <a:pt x="10182" y="9739"/>
                    </a:cubicBezTo>
                    <a:lnTo>
                      <a:pt x="10281" y="9760"/>
                    </a:lnTo>
                    <a:cubicBezTo>
                      <a:pt x="10291" y="9762"/>
                      <a:pt x="10298" y="9764"/>
                      <a:pt x="10306" y="9765"/>
                    </a:cubicBezTo>
                    <a:cubicBezTo>
                      <a:pt x="10335" y="9772"/>
                      <a:pt x="10365" y="9778"/>
                      <a:pt x="10395" y="9783"/>
                    </a:cubicBezTo>
                    <a:cubicBezTo>
                      <a:pt x="10466" y="9797"/>
                      <a:pt x="10539" y="9811"/>
                      <a:pt x="10611" y="9825"/>
                    </a:cubicBezTo>
                    <a:cubicBezTo>
                      <a:pt x="10681" y="9839"/>
                      <a:pt x="10750" y="9850"/>
                      <a:pt x="10820" y="9864"/>
                    </a:cubicBezTo>
                    <a:cubicBezTo>
                      <a:pt x="10877" y="9875"/>
                      <a:pt x="10935" y="9885"/>
                      <a:pt x="10994" y="9896"/>
                    </a:cubicBezTo>
                    <a:cubicBezTo>
                      <a:pt x="11022" y="9902"/>
                      <a:pt x="11047" y="9906"/>
                      <a:pt x="11075" y="9910"/>
                    </a:cubicBezTo>
                    <a:cubicBezTo>
                      <a:pt x="11112" y="9917"/>
                      <a:pt x="11148" y="9922"/>
                      <a:pt x="11186" y="9929"/>
                    </a:cubicBezTo>
                    <a:cubicBezTo>
                      <a:pt x="11242" y="9939"/>
                      <a:pt x="11300" y="9947"/>
                      <a:pt x="11356" y="9957"/>
                    </a:cubicBezTo>
                    <a:lnTo>
                      <a:pt x="11356" y="9957"/>
                    </a:lnTo>
                    <a:cubicBezTo>
                      <a:pt x="14292" y="7413"/>
                      <a:pt x="19101" y="7654"/>
                      <a:pt x="21443" y="6645"/>
                    </a:cubicBezTo>
                    <a:cubicBezTo>
                      <a:pt x="22355" y="6252"/>
                      <a:pt x="22893" y="5668"/>
                      <a:pt x="22799" y="465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43">
                <a:extLst>
                  <a:ext uri="{FF2B5EF4-FFF2-40B4-BE49-F238E27FC236}">
                    <a16:creationId xmlns:a16="http://schemas.microsoft.com/office/drawing/2014/main" id="{F8B743B3-0AFD-DF70-7214-7793FF728F0C}"/>
                  </a:ext>
                </a:extLst>
              </p:cNvPr>
              <p:cNvSpPr/>
              <p:nvPr/>
            </p:nvSpPr>
            <p:spPr>
              <a:xfrm>
                <a:off x="8217825" y="1609025"/>
                <a:ext cx="343175" cy="104275"/>
              </a:xfrm>
              <a:custGeom>
                <a:avLst/>
                <a:gdLst/>
                <a:ahLst/>
                <a:cxnLst/>
                <a:rect l="l" t="t" r="r" b="b"/>
                <a:pathLst>
                  <a:path w="13727" h="4171" extrusionOk="0">
                    <a:moveTo>
                      <a:pt x="12343" y="1"/>
                    </a:moveTo>
                    <a:cubicBezTo>
                      <a:pt x="11084" y="1"/>
                      <a:pt x="8761" y="366"/>
                      <a:pt x="6153" y="1159"/>
                    </a:cubicBezTo>
                    <a:cubicBezTo>
                      <a:pt x="5941" y="1223"/>
                      <a:pt x="5726" y="1291"/>
                      <a:pt x="5510" y="1362"/>
                    </a:cubicBezTo>
                    <a:cubicBezTo>
                      <a:pt x="4284" y="1763"/>
                      <a:pt x="3010" y="2256"/>
                      <a:pt x="1766" y="2849"/>
                    </a:cubicBezTo>
                    <a:lnTo>
                      <a:pt x="1646" y="2906"/>
                    </a:lnTo>
                    <a:cubicBezTo>
                      <a:pt x="1454" y="2998"/>
                      <a:pt x="1268" y="3094"/>
                      <a:pt x="1084" y="3191"/>
                    </a:cubicBezTo>
                    <a:cubicBezTo>
                      <a:pt x="707" y="3391"/>
                      <a:pt x="345" y="3603"/>
                      <a:pt x="0" y="3824"/>
                    </a:cubicBezTo>
                    <a:cubicBezTo>
                      <a:pt x="262" y="3943"/>
                      <a:pt x="526" y="4059"/>
                      <a:pt x="792" y="4171"/>
                    </a:cubicBezTo>
                    <a:cubicBezTo>
                      <a:pt x="926" y="4082"/>
                      <a:pt x="1059" y="3995"/>
                      <a:pt x="1197" y="3908"/>
                    </a:cubicBezTo>
                    <a:cubicBezTo>
                      <a:pt x="1378" y="3794"/>
                      <a:pt x="1563" y="3678"/>
                      <a:pt x="1751" y="3565"/>
                    </a:cubicBezTo>
                    <a:lnTo>
                      <a:pt x="1933" y="3455"/>
                    </a:lnTo>
                    <a:cubicBezTo>
                      <a:pt x="3083" y="2773"/>
                      <a:pt x="4475" y="2259"/>
                      <a:pt x="5884" y="1859"/>
                    </a:cubicBezTo>
                    <a:cubicBezTo>
                      <a:pt x="6121" y="1792"/>
                      <a:pt x="6358" y="1728"/>
                      <a:pt x="6594" y="1667"/>
                    </a:cubicBezTo>
                    <a:cubicBezTo>
                      <a:pt x="10224" y="735"/>
                      <a:pt x="13727" y="516"/>
                      <a:pt x="13276" y="156"/>
                    </a:cubicBezTo>
                    <a:cubicBezTo>
                      <a:pt x="13148" y="54"/>
                      <a:pt x="12822" y="1"/>
                      <a:pt x="1234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43">
                <a:extLst>
                  <a:ext uri="{FF2B5EF4-FFF2-40B4-BE49-F238E27FC236}">
                    <a16:creationId xmlns:a16="http://schemas.microsoft.com/office/drawing/2014/main" id="{D82C5279-2D6A-40B7-DDCF-811DCB24BBB8}"/>
                  </a:ext>
                </a:extLst>
              </p:cNvPr>
              <p:cNvSpPr/>
              <p:nvPr/>
            </p:nvSpPr>
            <p:spPr>
              <a:xfrm>
                <a:off x="8353025" y="1565300"/>
                <a:ext cx="95950" cy="126125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5045" extrusionOk="0">
                    <a:moveTo>
                      <a:pt x="2913" y="1"/>
                    </a:moveTo>
                    <a:cubicBezTo>
                      <a:pt x="2913" y="1"/>
                      <a:pt x="0" y="2811"/>
                      <a:pt x="73" y="3241"/>
                    </a:cubicBezTo>
                    <a:cubicBezTo>
                      <a:pt x="137" y="3632"/>
                      <a:pt x="3247" y="5044"/>
                      <a:pt x="3762" y="5044"/>
                    </a:cubicBezTo>
                    <a:cubicBezTo>
                      <a:pt x="3812" y="5044"/>
                      <a:pt x="3837" y="5031"/>
                      <a:pt x="3833" y="5003"/>
                    </a:cubicBezTo>
                    <a:cubicBezTo>
                      <a:pt x="3790" y="4680"/>
                      <a:pt x="547" y="3097"/>
                      <a:pt x="547" y="3097"/>
                    </a:cubicBezTo>
                    <a:cubicBezTo>
                      <a:pt x="547" y="3097"/>
                      <a:pt x="3790" y="41"/>
                      <a:pt x="291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43">
                <a:extLst>
                  <a:ext uri="{FF2B5EF4-FFF2-40B4-BE49-F238E27FC236}">
                    <a16:creationId xmlns:a16="http://schemas.microsoft.com/office/drawing/2014/main" id="{418CB38F-4F5F-994B-3FBB-7D09E6514244}"/>
                  </a:ext>
                </a:extLst>
              </p:cNvPr>
              <p:cNvSpPr/>
              <p:nvPr/>
            </p:nvSpPr>
            <p:spPr>
              <a:xfrm>
                <a:off x="8237150" y="1606350"/>
                <a:ext cx="106975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4703" extrusionOk="0">
                    <a:moveTo>
                      <a:pt x="2183" y="0"/>
                    </a:moveTo>
                    <a:cubicBezTo>
                      <a:pt x="2167" y="0"/>
                      <a:pt x="2149" y="2"/>
                      <a:pt x="2129" y="6"/>
                    </a:cubicBezTo>
                    <a:cubicBezTo>
                      <a:pt x="2129" y="6"/>
                      <a:pt x="1" y="3448"/>
                      <a:pt x="176" y="3848"/>
                    </a:cubicBezTo>
                    <a:cubicBezTo>
                      <a:pt x="322" y="4179"/>
                      <a:pt x="3101" y="4703"/>
                      <a:pt x="3989" y="4703"/>
                    </a:cubicBezTo>
                    <a:cubicBezTo>
                      <a:pt x="4175" y="4703"/>
                      <a:pt x="4278" y="4680"/>
                      <a:pt x="4257" y="4627"/>
                    </a:cubicBezTo>
                    <a:cubicBezTo>
                      <a:pt x="4134" y="4322"/>
                      <a:pt x="601" y="3594"/>
                      <a:pt x="601" y="3594"/>
                    </a:cubicBezTo>
                    <a:cubicBezTo>
                      <a:pt x="601" y="3594"/>
                      <a:pt x="2881" y="0"/>
                      <a:pt x="2183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43">
                <a:extLst>
                  <a:ext uri="{FF2B5EF4-FFF2-40B4-BE49-F238E27FC236}">
                    <a16:creationId xmlns:a16="http://schemas.microsoft.com/office/drawing/2014/main" id="{69AF970E-DEBD-3777-D9A6-7C39B52AA876}"/>
                  </a:ext>
                </a:extLst>
              </p:cNvPr>
              <p:cNvSpPr/>
              <p:nvPr/>
            </p:nvSpPr>
            <p:spPr>
              <a:xfrm>
                <a:off x="8168675" y="1667200"/>
                <a:ext cx="11775" cy="18275"/>
              </a:xfrm>
              <a:custGeom>
                <a:avLst/>
                <a:gdLst/>
                <a:ahLst/>
                <a:cxnLst/>
                <a:rect l="l" t="t" r="r" b="b"/>
                <a:pathLst>
                  <a:path w="471" h="731" extrusionOk="0">
                    <a:moveTo>
                      <a:pt x="230" y="1"/>
                    </a:moveTo>
                    <a:cubicBezTo>
                      <a:pt x="213" y="1"/>
                      <a:pt x="195" y="3"/>
                      <a:pt x="176" y="7"/>
                    </a:cubicBezTo>
                    <a:cubicBezTo>
                      <a:pt x="176" y="7"/>
                      <a:pt x="107" y="203"/>
                      <a:pt x="1" y="509"/>
                    </a:cubicBezTo>
                    <a:cubicBezTo>
                      <a:pt x="134" y="584"/>
                      <a:pt x="269" y="657"/>
                      <a:pt x="407" y="730"/>
                    </a:cubicBezTo>
                    <a:cubicBezTo>
                      <a:pt x="470" y="300"/>
                      <a:pt x="439" y="1"/>
                      <a:pt x="230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43">
                <a:extLst>
                  <a:ext uri="{FF2B5EF4-FFF2-40B4-BE49-F238E27FC236}">
                    <a16:creationId xmlns:a16="http://schemas.microsoft.com/office/drawing/2014/main" id="{02D39600-8E22-031E-0376-6781F96EA7FB}"/>
                  </a:ext>
                </a:extLst>
              </p:cNvPr>
              <p:cNvSpPr/>
              <p:nvPr/>
            </p:nvSpPr>
            <p:spPr>
              <a:xfrm>
                <a:off x="8591675" y="500875"/>
                <a:ext cx="411450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458" h="16459" extrusionOk="0">
                    <a:moveTo>
                      <a:pt x="16458" y="8229"/>
                    </a:moveTo>
                    <a:cubicBezTo>
                      <a:pt x="16458" y="10411"/>
                      <a:pt x="15591" y="12505"/>
                      <a:pt x="14047" y="14048"/>
                    </a:cubicBezTo>
                    <a:cubicBezTo>
                      <a:pt x="12504" y="15591"/>
                      <a:pt x="10412" y="16459"/>
                      <a:pt x="8228" y="16459"/>
                    </a:cubicBezTo>
                    <a:cubicBezTo>
                      <a:pt x="6046" y="16459"/>
                      <a:pt x="3954" y="15591"/>
                      <a:pt x="2411" y="14048"/>
                    </a:cubicBezTo>
                    <a:cubicBezTo>
                      <a:pt x="867" y="12505"/>
                      <a:pt x="0" y="10411"/>
                      <a:pt x="0" y="8229"/>
                    </a:cubicBezTo>
                    <a:cubicBezTo>
                      <a:pt x="0" y="6047"/>
                      <a:pt x="867" y="3954"/>
                      <a:pt x="2411" y="2410"/>
                    </a:cubicBezTo>
                    <a:cubicBezTo>
                      <a:pt x="3954" y="868"/>
                      <a:pt x="6046" y="1"/>
                      <a:pt x="8228" y="1"/>
                    </a:cubicBezTo>
                    <a:cubicBezTo>
                      <a:pt x="10412" y="1"/>
                      <a:pt x="12504" y="868"/>
                      <a:pt x="14047" y="2410"/>
                    </a:cubicBezTo>
                    <a:cubicBezTo>
                      <a:pt x="15591" y="3954"/>
                      <a:pt x="16458" y="6047"/>
                      <a:pt x="16458" y="822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43">
                <a:extLst>
                  <a:ext uri="{FF2B5EF4-FFF2-40B4-BE49-F238E27FC236}">
                    <a16:creationId xmlns:a16="http://schemas.microsoft.com/office/drawing/2014/main" id="{46EE850D-1C55-A318-C261-A85293B420E5}"/>
                  </a:ext>
                </a:extLst>
              </p:cNvPr>
              <p:cNvSpPr/>
              <p:nvPr/>
            </p:nvSpPr>
            <p:spPr>
              <a:xfrm>
                <a:off x="8082925" y="660775"/>
                <a:ext cx="120400" cy="157250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6290" extrusionOk="0">
                    <a:moveTo>
                      <a:pt x="267" y="0"/>
                    </a:moveTo>
                    <a:cubicBezTo>
                      <a:pt x="196" y="0"/>
                      <a:pt x="134" y="22"/>
                      <a:pt x="80" y="71"/>
                    </a:cubicBezTo>
                    <a:cubicBezTo>
                      <a:pt x="25" y="118"/>
                      <a:pt x="0" y="181"/>
                      <a:pt x="0" y="259"/>
                    </a:cubicBezTo>
                    <a:cubicBezTo>
                      <a:pt x="0" y="330"/>
                      <a:pt x="25" y="390"/>
                      <a:pt x="80" y="439"/>
                    </a:cubicBezTo>
                    <a:cubicBezTo>
                      <a:pt x="132" y="486"/>
                      <a:pt x="196" y="509"/>
                      <a:pt x="267" y="509"/>
                    </a:cubicBezTo>
                    <a:lnTo>
                      <a:pt x="267" y="511"/>
                    </a:lnTo>
                    <a:lnTo>
                      <a:pt x="2118" y="511"/>
                    </a:lnTo>
                    <a:lnTo>
                      <a:pt x="2118" y="6021"/>
                    </a:lnTo>
                    <a:cubicBezTo>
                      <a:pt x="2118" y="6092"/>
                      <a:pt x="2146" y="6154"/>
                      <a:pt x="2201" y="6209"/>
                    </a:cubicBezTo>
                    <a:cubicBezTo>
                      <a:pt x="2255" y="6262"/>
                      <a:pt x="2324" y="6289"/>
                      <a:pt x="2408" y="6289"/>
                    </a:cubicBezTo>
                    <a:cubicBezTo>
                      <a:pt x="2484" y="6289"/>
                      <a:pt x="2550" y="6263"/>
                      <a:pt x="2603" y="6209"/>
                    </a:cubicBezTo>
                    <a:cubicBezTo>
                      <a:pt x="2656" y="6154"/>
                      <a:pt x="2684" y="6092"/>
                      <a:pt x="2684" y="6021"/>
                    </a:cubicBezTo>
                    <a:lnTo>
                      <a:pt x="2684" y="511"/>
                    </a:lnTo>
                    <a:lnTo>
                      <a:pt x="4537" y="511"/>
                    </a:lnTo>
                    <a:cubicBezTo>
                      <a:pt x="4615" y="511"/>
                      <a:pt x="4681" y="489"/>
                      <a:pt x="4735" y="444"/>
                    </a:cubicBezTo>
                    <a:cubicBezTo>
                      <a:pt x="4789" y="398"/>
                      <a:pt x="4816" y="337"/>
                      <a:pt x="4816" y="259"/>
                    </a:cubicBezTo>
                    <a:cubicBezTo>
                      <a:pt x="4816" y="182"/>
                      <a:pt x="4789" y="120"/>
                      <a:pt x="4735" y="71"/>
                    </a:cubicBezTo>
                    <a:cubicBezTo>
                      <a:pt x="4681" y="24"/>
                      <a:pt x="4615" y="0"/>
                      <a:pt x="4537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43">
                <a:extLst>
                  <a:ext uri="{FF2B5EF4-FFF2-40B4-BE49-F238E27FC236}">
                    <a16:creationId xmlns:a16="http://schemas.microsoft.com/office/drawing/2014/main" id="{C5F3D754-685C-3334-5920-832424713BBE}"/>
                  </a:ext>
                </a:extLst>
              </p:cNvPr>
              <p:cNvSpPr/>
              <p:nvPr/>
            </p:nvSpPr>
            <p:spPr>
              <a:xfrm>
                <a:off x="8232075" y="660725"/>
                <a:ext cx="14225" cy="157300"/>
              </a:xfrm>
              <a:custGeom>
                <a:avLst/>
                <a:gdLst/>
                <a:ahLst/>
                <a:cxnLst/>
                <a:rect l="l" t="t" r="r" b="b"/>
                <a:pathLst>
                  <a:path w="569" h="6292" extrusionOk="0">
                    <a:moveTo>
                      <a:pt x="290" y="1"/>
                    </a:moveTo>
                    <a:cubicBezTo>
                      <a:pt x="207" y="1"/>
                      <a:pt x="137" y="26"/>
                      <a:pt x="83" y="80"/>
                    </a:cubicBezTo>
                    <a:cubicBezTo>
                      <a:pt x="27" y="134"/>
                      <a:pt x="1" y="200"/>
                      <a:pt x="1" y="279"/>
                    </a:cubicBezTo>
                    <a:lnTo>
                      <a:pt x="1" y="6013"/>
                    </a:lnTo>
                    <a:cubicBezTo>
                      <a:pt x="1" y="6091"/>
                      <a:pt x="23" y="6156"/>
                      <a:pt x="72" y="6211"/>
                    </a:cubicBezTo>
                    <a:cubicBezTo>
                      <a:pt x="120" y="6264"/>
                      <a:pt x="189" y="6291"/>
                      <a:pt x="279" y="6291"/>
                    </a:cubicBezTo>
                    <a:cubicBezTo>
                      <a:pt x="350" y="6291"/>
                      <a:pt x="415" y="6265"/>
                      <a:pt x="472" y="6211"/>
                    </a:cubicBezTo>
                    <a:cubicBezTo>
                      <a:pt x="528" y="6156"/>
                      <a:pt x="562" y="6091"/>
                      <a:pt x="566" y="6013"/>
                    </a:cubicBezTo>
                    <a:lnTo>
                      <a:pt x="568" y="6013"/>
                    </a:lnTo>
                    <a:lnTo>
                      <a:pt x="568" y="279"/>
                    </a:lnTo>
                    <a:cubicBezTo>
                      <a:pt x="568" y="200"/>
                      <a:pt x="541" y="134"/>
                      <a:pt x="482" y="80"/>
                    </a:cubicBezTo>
                    <a:cubicBezTo>
                      <a:pt x="425" y="26"/>
                      <a:pt x="361" y="1"/>
                      <a:pt x="290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43">
                <a:extLst>
                  <a:ext uri="{FF2B5EF4-FFF2-40B4-BE49-F238E27FC236}">
                    <a16:creationId xmlns:a16="http://schemas.microsoft.com/office/drawing/2014/main" id="{8E33571D-2B54-4279-3AE3-318FF2E67BCA}"/>
                  </a:ext>
                </a:extLst>
              </p:cNvPr>
              <p:cNvSpPr/>
              <p:nvPr/>
            </p:nvSpPr>
            <p:spPr>
              <a:xfrm>
                <a:off x="8288275" y="660675"/>
                <a:ext cx="143575" cy="157375"/>
              </a:xfrm>
              <a:custGeom>
                <a:avLst/>
                <a:gdLst/>
                <a:ahLst/>
                <a:cxnLst/>
                <a:rect l="l" t="t" r="r" b="b"/>
                <a:pathLst>
                  <a:path w="5743" h="6295" extrusionOk="0">
                    <a:moveTo>
                      <a:pt x="5447" y="0"/>
                    </a:moveTo>
                    <a:cubicBezTo>
                      <a:pt x="5365" y="0"/>
                      <a:pt x="5296" y="39"/>
                      <a:pt x="5239" y="118"/>
                    </a:cubicBezTo>
                    <a:lnTo>
                      <a:pt x="2868" y="3653"/>
                    </a:lnTo>
                    <a:lnTo>
                      <a:pt x="513" y="118"/>
                    </a:lnTo>
                    <a:cubicBezTo>
                      <a:pt x="480" y="82"/>
                      <a:pt x="444" y="54"/>
                      <a:pt x="398" y="33"/>
                    </a:cubicBezTo>
                    <a:cubicBezTo>
                      <a:pt x="354" y="12"/>
                      <a:pt x="311" y="3"/>
                      <a:pt x="269" y="3"/>
                    </a:cubicBezTo>
                    <a:cubicBezTo>
                      <a:pt x="190" y="3"/>
                      <a:pt x="126" y="31"/>
                      <a:pt x="77" y="89"/>
                    </a:cubicBezTo>
                    <a:cubicBezTo>
                      <a:pt x="27" y="146"/>
                      <a:pt x="0" y="207"/>
                      <a:pt x="0" y="273"/>
                    </a:cubicBezTo>
                    <a:lnTo>
                      <a:pt x="0" y="6026"/>
                    </a:lnTo>
                    <a:cubicBezTo>
                      <a:pt x="0" y="6097"/>
                      <a:pt x="23" y="6160"/>
                      <a:pt x="71" y="6214"/>
                    </a:cubicBezTo>
                    <a:cubicBezTo>
                      <a:pt x="119" y="6267"/>
                      <a:pt x="181" y="6295"/>
                      <a:pt x="259" y="6295"/>
                    </a:cubicBezTo>
                    <a:cubicBezTo>
                      <a:pt x="337" y="6295"/>
                      <a:pt x="403" y="6268"/>
                      <a:pt x="453" y="6214"/>
                    </a:cubicBezTo>
                    <a:cubicBezTo>
                      <a:pt x="503" y="6160"/>
                      <a:pt x="529" y="6097"/>
                      <a:pt x="529" y="6026"/>
                    </a:cubicBezTo>
                    <a:lnTo>
                      <a:pt x="529" y="1065"/>
                    </a:lnTo>
                    <a:lnTo>
                      <a:pt x="2642" y="4282"/>
                    </a:lnTo>
                    <a:cubicBezTo>
                      <a:pt x="2664" y="4319"/>
                      <a:pt x="2696" y="4346"/>
                      <a:pt x="2735" y="4367"/>
                    </a:cubicBezTo>
                    <a:cubicBezTo>
                      <a:pt x="2775" y="4388"/>
                      <a:pt x="2816" y="4398"/>
                      <a:pt x="2858" y="4398"/>
                    </a:cubicBezTo>
                    <a:cubicBezTo>
                      <a:pt x="2898" y="4398"/>
                      <a:pt x="2940" y="4388"/>
                      <a:pt x="2979" y="4367"/>
                    </a:cubicBezTo>
                    <a:cubicBezTo>
                      <a:pt x="3016" y="4346"/>
                      <a:pt x="3047" y="4319"/>
                      <a:pt x="3064" y="4282"/>
                    </a:cubicBezTo>
                    <a:lnTo>
                      <a:pt x="5176" y="1084"/>
                    </a:lnTo>
                    <a:lnTo>
                      <a:pt x="5176" y="6025"/>
                    </a:lnTo>
                    <a:cubicBezTo>
                      <a:pt x="5176" y="6096"/>
                      <a:pt x="5204" y="6158"/>
                      <a:pt x="5258" y="6213"/>
                    </a:cubicBezTo>
                    <a:cubicBezTo>
                      <a:pt x="5311" y="6266"/>
                      <a:pt x="5378" y="6292"/>
                      <a:pt x="5456" y="6292"/>
                    </a:cubicBezTo>
                    <a:cubicBezTo>
                      <a:pt x="5533" y="6292"/>
                      <a:pt x="5601" y="6267"/>
                      <a:pt x="5658" y="6213"/>
                    </a:cubicBezTo>
                    <a:cubicBezTo>
                      <a:pt x="5715" y="6158"/>
                      <a:pt x="5743" y="6096"/>
                      <a:pt x="5743" y="6025"/>
                    </a:cubicBezTo>
                    <a:lnTo>
                      <a:pt x="5743" y="271"/>
                    </a:lnTo>
                    <a:cubicBezTo>
                      <a:pt x="5743" y="193"/>
                      <a:pt x="5718" y="129"/>
                      <a:pt x="5666" y="79"/>
                    </a:cubicBezTo>
                    <a:cubicBezTo>
                      <a:pt x="5616" y="28"/>
                      <a:pt x="5553" y="3"/>
                      <a:pt x="5482" y="3"/>
                    </a:cubicBezTo>
                    <a:cubicBezTo>
                      <a:pt x="5470" y="1"/>
                      <a:pt x="5458" y="0"/>
                      <a:pt x="5447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43">
                <a:extLst>
                  <a:ext uri="{FF2B5EF4-FFF2-40B4-BE49-F238E27FC236}">
                    <a16:creationId xmlns:a16="http://schemas.microsoft.com/office/drawing/2014/main" id="{3EDABF75-1CC0-46FA-CF83-AA7ACACBA02D}"/>
                  </a:ext>
                </a:extLst>
              </p:cNvPr>
              <p:cNvSpPr/>
              <p:nvPr/>
            </p:nvSpPr>
            <p:spPr>
              <a:xfrm>
                <a:off x="8473900" y="660725"/>
                <a:ext cx="96025" cy="157150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6286" extrusionOk="0">
                    <a:moveTo>
                      <a:pt x="269" y="1"/>
                    </a:moveTo>
                    <a:cubicBezTo>
                      <a:pt x="190" y="1"/>
                      <a:pt x="126" y="26"/>
                      <a:pt x="77" y="76"/>
                    </a:cubicBezTo>
                    <a:cubicBezTo>
                      <a:pt x="27" y="130"/>
                      <a:pt x="0" y="193"/>
                      <a:pt x="0" y="264"/>
                    </a:cubicBezTo>
                    <a:lnTo>
                      <a:pt x="0" y="6017"/>
                    </a:lnTo>
                    <a:cubicBezTo>
                      <a:pt x="0" y="6088"/>
                      <a:pt x="27" y="6151"/>
                      <a:pt x="77" y="6205"/>
                    </a:cubicBezTo>
                    <a:cubicBezTo>
                      <a:pt x="127" y="6258"/>
                      <a:pt x="192" y="6286"/>
                      <a:pt x="270" y="6286"/>
                    </a:cubicBezTo>
                    <a:lnTo>
                      <a:pt x="3560" y="6286"/>
                    </a:lnTo>
                    <a:cubicBezTo>
                      <a:pt x="3638" y="6286"/>
                      <a:pt x="3704" y="6262"/>
                      <a:pt x="3758" y="6214"/>
                    </a:cubicBezTo>
                    <a:cubicBezTo>
                      <a:pt x="3814" y="6168"/>
                      <a:pt x="3840" y="6105"/>
                      <a:pt x="3840" y="6026"/>
                    </a:cubicBezTo>
                    <a:cubicBezTo>
                      <a:pt x="3840" y="5953"/>
                      <a:pt x="3812" y="5891"/>
                      <a:pt x="3758" y="5836"/>
                    </a:cubicBezTo>
                    <a:cubicBezTo>
                      <a:pt x="3704" y="5785"/>
                      <a:pt x="3638" y="5757"/>
                      <a:pt x="3560" y="5757"/>
                    </a:cubicBezTo>
                    <a:lnTo>
                      <a:pt x="568" y="5757"/>
                    </a:lnTo>
                    <a:lnTo>
                      <a:pt x="568" y="3312"/>
                    </a:lnTo>
                    <a:lnTo>
                      <a:pt x="3154" y="3312"/>
                    </a:lnTo>
                    <a:cubicBezTo>
                      <a:pt x="3233" y="3312"/>
                      <a:pt x="3299" y="3289"/>
                      <a:pt x="3353" y="3241"/>
                    </a:cubicBezTo>
                    <a:cubicBezTo>
                      <a:pt x="3409" y="3193"/>
                      <a:pt x="3435" y="3131"/>
                      <a:pt x="3435" y="3053"/>
                    </a:cubicBezTo>
                    <a:cubicBezTo>
                      <a:pt x="3435" y="2982"/>
                      <a:pt x="3407" y="2919"/>
                      <a:pt x="3353" y="2865"/>
                    </a:cubicBezTo>
                    <a:cubicBezTo>
                      <a:pt x="3299" y="2813"/>
                      <a:pt x="3233" y="2786"/>
                      <a:pt x="3154" y="2786"/>
                    </a:cubicBezTo>
                    <a:lnTo>
                      <a:pt x="565" y="2786"/>
                    </a:lnTo>
                    <a:lnTo>
                      <a:pt x="565" y="528"/>
                    </a:lnTo>
                    <a:lnTo>
                      <a:pt x="3558" y="528"/>
                    </a:lnTo>
                    <a:cubicBezTo>
                      <a:pt x="3637" y="528"/>
                      <a:pt x="3702" y="506"/>
                      <a:pt x="3757" y="457"/>
                    </a:cubicBezTo>
                    <a:cubicBezTo>
                      <a:pt x="3812" y="410"/>
                      <a:pt x="3839" y="349"/>
                      <a:pt x="3839" y="269"/>
                    </a:cubicBezTo>
                    <a:cubicBezTo>
                      <a:pt x="3839" y="191"/>
                      <a:pt x="3811" y="127"/>
                      <a:pt x="3757" y="77"/>
                    </a:cubicBezTo>
                    <a:cubicBezTo>
                      <a:pt x="3702" y="26"/>
                      <a:pt x="3637" y="1"/>
                      <a:pt x="355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43">
                <a:extLst>
                  <a:ext uri="{FF2B5EF4-FFF2-40B4-BE49-F238E27FC236}">
                    <a16:creationId xmlns:a16="http://schemas.microsoft.com/office/drawing/2014/main" id="{6281EC84-9D7F-72C9-4A9C-A0613EAD98BD}"/>
                  </a:ext>
                </a:extLst>
              </p:cNvPr>
              <p:cNvSpPr/>
              <p:nvPr/>
            </p:nvSpPr>
            <p:spPr>
              <a:xfrm>
                <a:off x="8066600" y="901950"/>
                <a:ext cx="173900" cy="222550"/>
              </a:xfrm>
              <a:custGeom>
                <a:avLst/>
                <a:gdLst/>
                <a:ahLst/>
                <a:cxnLst/>
                <a:rect l="l" t="t" r="r" b="b"/>
                <a:pathLst>
                  <a:path w="6956" h="8902" extrusionOk="0">
                    <a:moveTo>
                      <a:pt x="522" y="1"/>
                    </a:moveTo>
                    <a:cubicBezTo>
                      <a:pt x="378" y="1"/>
                      <a:pt x="254" y="47"/>
                      <a:pt x="154" y="136"/>
                    </a:cubicBezTo>
                    <a:cubicBezTo>
                      <a:pt x="51" y="223"/>
                      <a:pt x="0" y="340"/>
                      <a:pt x="0" y="485"/>
                    </a:cubicBezTo>
                    <a:cubicBezTo>
                      <a:pt x="0" y="630"/>
                      <a:pt x="52" y="747"/>
                      <a:pt x="154" y="841"/>
                    </a:cubicBezTo>
                    <a:cubicBezTo>
                      <a:pt x="257" y="933"/>
                      <a:pt x="378" y="981"/>
                      <a:pt x="522" y="981"/>
                    </a:cubicBezTo>
                    <a:lnTo>
                      <a:pt x="2938" y="981"/>
                    </a:lnTo>
                    <a:lnTo>
                      <a:pt x="2938" y="8379"/>
                    </a:lnTo>
                    <a:cubicBezTo>
                      <a:pt x="2938" y="8524"/>
                      <a:pt x="2987" y="8648"/>
                      <a:pt x="3085" y="8748"/>
                    </a:cubicBezTo>
                    <a:cubicBezTo>
                      <a:pt x="3182" y="8851"/>
                      <a:pt x="3311" y="8901"/>
                      <a:pt x="3473" y="8901"/>
                    </a:cubicBezTo>
                    <a:cubicBezTo>
                      <a:pt x="3633" y="8901"/>
                      <a:pt x="3765" y="8850"/>
                      <a:pt x="3865" y="8748"/>
                    </a:cubicBezTo>
                    <a:cubicBezTo>
                      <a:pt x="3968" y="8646"/>
                      <a:pt x="4018" y="8524"/>
                      <a:pt x="4018" y="8379"/>
                    </a:cubicBezTo>
                    <a:lnTo>
                      <a:pt x="4018" y="981"/>
                    </a:lnTo>
                    <a:lnTo>
                      <a:pt x="6433" y="981"/>
                    </a:lnTo>
                    <a:cubicBezTo>
                      <a:pt x="6578" y="981"/>
                      <a:pt x="6702" y="936"/>
                      <a:pt x="6802" y="847"/>
                    </a:cubicBezTo>
                    <a:cubicBezTo>
                      <a:pt x="6905" y="758"/>
                      <a:pt x="6955" y="641"/>
                      <a:pt x="6955" y="498"/>
                    </a:cubicBezTo>
                    <a:cubicBezTo>
                      <a:pt x="6955" y="353"/>
                      <a:pt x="6904" y="235"/>
                      <a:pt x="6802" y="140"/>
                    </a:cubicBezTo>
                    <a:cubicBezTo>
                      <a:pt x="6699" y="48"/>
                      <a:pt x="6578" y="1"/>
                      <a:pt x="643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43">
                <a:extLst>
                  <a:ext uri="{FF2B5EF4-FFF2-40B4-BE49-F238E27FC236}">
                    <a16:creationId xmlns:a16="http://schemas.microsoft.com/office/drawing/2014/main" id="{8B968ED2-290F-DDAF-6500-311BF9B66E3A}"/>
                  </a:ext>
                </a:extLst>
              </p:cNvPr>
              <p:cNvSpPr/>
              <p:nvPr/>
            </p:nvSpPr>
            <p:spPr>
              <a:xfrm>
                <a:off x="8255075" y="956025"/>
                <a:ext cx="9885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3954" h="6739" extrusionOk="0">
                    <a:moveTo>
                      <a:pt x="3204" y="1"/>
                    </a:moveTo>
                    <a:cubicBezTo>
                      <a:pt x="2891" y="1"/>
                      <a:pt x="2602" y="58"/>
                      <a:pt x="2339" y="173"/>
                    </a:cubicBezTo>
                    <a:cubicBezTo>
                      <a:pt x="2077" y="286"/>
                      <a:pt x="1843" y="445"/>
                      <a:pt x="1640" y="642"/>
                    </a:cubicBezTo>
                    <a:cubicBezTo>
                      <a:pt x="1437" y="841"/>
                      <a:pt x="1267" y="1065"/>
                      <a:pt x="1138" y="1316"/>
                    </a:cubicBezTo>
                    <a:cubicBezTo>
                      <a:pt x="1093" y="1402"/>
                      <a:pt x="1052" y="1489"/>
                      <a:pt x="1017" y="1576"/>
                    </a:cubicBezTo>
                    <a:lnTo>
                      <a:pt x="1017" y="1576"/>
                    </a:lnTo>
                    <a:lnTo>
                      <a:pt x="1017" y="687"/>
                    </a:lnTo>
                    <a:cubicBezTo>
                      <a:pt x="1017" y="534"/>
                      <a:pt x="972" y="408"/>
                      <a:pt x="877" y="311"/>
                    </a:cubicBezTo>
                    <a:cubicBezTo>
                      <a:pt x="784" y="214"/>
                      <a:pt x="662" y="165"/>
                      <a:pt x="509" y="165"/>
                    </a:cubicBezTo>
                    <a:cubicBezTo>
                      <a:pt x="365" y="165"/>
                      <a:pt x="244" y="214"/>
                      <a:pt x="147" y="311"/>
                    </a:cubicBezTo>
                    <a:cubicBezTo>
                      <a:pt x="49" y="408"/>
                      <a:pt x="1" y="532"/>
                      <a:pt x="1" y="687"/>
                    </a:cubicBezTo>
                    <a:lnTo>
                      <a:pt x="1" y="6216"/>
                    </a:lnTo>
                    <a:cubicBezTo>
                      <a:pt x="1" y="6361"/>
                      <a:pt x="49" y="6485"/>
                      <a:pt x="147" y="6585"/>
                    </a:cubicBezTo>
                    <a:cubicBezTo>
                      <a:pt x="244" y="6688"/>
                      <a:pt x="365" y="6738"/>
                      <a:pt x="509" y="6738"/>
                    </a:cubicBezTo>
                    <a:cubicBezTo>
                      <a:pt x="653" y="6738"/>
                      <a:pt x="773" y="6687"/>
                      <a:pt x="870" y="6585"/>
                    </a:cubicBezTo>
                    <a:cubicBezTo>
                      <a:pt x="968" y="6482"/>
                      <a:pt x="1017" y="6361"/>
                      <a:pt x="1017" y="6216"/>
                    </a:cubicBezTo>
                    <a:lnTo>
                      <a:pt x="1017" y="3126"/>
                    </a:lnTo>
                    <a:cubicBezTo>
                      <a:pt x="1017" y="2822"/>
                      <a:pt x="1069" y="2535"/>
                      <a:pt x="1175" y="2269"/>
                    </a:cubicBezTo>
                    <a:cubicBezTo>
                      <a:pt x="1281" y="2003"/>
                      <a:pt x="1420" y="1764"/>
                      <a:pt x="1594" y="1558"/>
                    </a:cubicBezTo>
                    <a:cubicBezTo>
                      <a:pt x="1768" y="1351"/>
                      <a:pt x="1960" y="1186"/>
                      <a:pt x="2168" y="1068"/>
                    </a:cubicBezTo>
                    <a:cubicBezTo>
                      <a:pt x="2376" y="950"/>
                      <a:pt x="2585" y="891"/>
                      <a:pt x="2797" y="891"/>
                    </a:cubicBezTo>
                    <a:cubicBezTo>
                      <a:pt x="2948" y="891"/>
                      <a:pt x="3076" y="918"/>
                      <a:pt x="3178" y="968"/>
                    </a:cubicBezTo>
                    <a:cubicBezTo>
                      <a:pt x="3281" y="1018"/>
                      <a:pt x="3387" y="1044"/>
                      <a:pt x="3497" y="1044"/>
                    </a:cubicBezTo>
                    <a:cubicBezTo>
                      <a:pt x="3615" y="1044"/>
                      <a:pt x="3721" y="998"/>
                      <a:pt x="3814" y="911"/>
                    </a:cubicBezTo>
                    <a:cubicBezTo>
                      <a:pt x="3907" y="822"/>
                      <a:pt x="3953" y="688"/>
                      <a:pt x="3953" y="510"/>
                    </a:cubicBezTo>
                    <a:cubicBezTo>
                      <a:pt x="3953" y="349"/>
                      <a:pt x="3875" y="223"/>
                      <a:pt x="3719" y="134"/>
                    </a:cubicBezTo>
                    <a:cubicBezTo>
                      <a:pt x="3562" y="45"/>
                      <a:pt x="3390" y="1"/>
                      <a:pt x="320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43">
                <a:extLst>
                  <a:ext uri="{FF2B5EF4-FFF2-40B4-BE49-F238E27FC236}">
                    <a16:creationId xmlns:a16="http://schemas.microsoft.com/office/drawing/2014/main" id="{F3E70032-B529-CB29-7372-4951FE0DAFE7}"/>
                  </a:ext>
                </a:extLst>
              </p:cNvPr>
              <p:cNvSpPr/>
              <p:nvPr/>
            </p:nvSpPr>
            <p:spPr>
              <a:xfrm>
                <a:off x="8368225" y="956025"/>
                <a:ext cx="157025" cy="171600"/>
              </a:xfrm>
              <a:custGeom>
                <a:avLst/>
                <a:gdLst/>
                <a:ahLst/>
                <a:cxnLst/>
                <a:rect l="l" t="t" r="r" b="b"/>
                <a:pathLst>
                  <a:path w="6281" h="6864" extrusionOk="0">
                    <a:moveTo>
                      <a:pt x="3154" y="941"/>
                    </a:moveTo>
                    <a:cubicBezTo>
                      <a:pt x="3579" y="941"/>
                      <a:pt x="3953" y="1051"/>
                      <a:pt x="4280" y="1273"/>
                    </a:cubicBezTo>
                    <a:cubicBezTo>
                      <a:pt x="4605" y="1493"/>
                      <a:pt x="4859" y="1790"/>
                      <a:pt x="5042" y="2163"/>
                    </a:cubicBezTo>
                    <a:cubicBezTo>
                      <a:pt x="5224" y="2535"/>
                      <a:pt x="5314" y="2954"/>
                      <a:pt x="5314" y="3420"/>
                    </a:cubicBezTo>
                    <a:cubicBezTo>
                      <a:pt x="5314" y="3895"/>
                      <a:pt x="5224" y="4321"/>
                      <a:pt x="5042" y="4698"/>
                    </a:cubicBezTo>
                    <a:cubicBezTo>
                      <a:pt x="4861" y="5075"/>
                      <a:pt x="4605" y="5373"/>
                      <a:pt x="4280" y="5594"/>
                    </a:cubicBezTo>
                    <a:cubicBezTo>
                      <a:pt x="3953" y="5814"/>
                      <a:pt x="3579" y="5924"/>
                      <a:pt x="3154" y="5924"/>
                    </a:cubicBezTo>
                    <a:cubicBezTo>
                      <a:pt x="2738" y="5924"/>
                      <a:pt x="2368" y="5815"/>
                      <a:pt x="2042" y="5594"/>
                    </a:cubicBezTo>
                    <a:cubicBezTo>
                      <a:pt x="1717" y="5374"/>
                      <a:pt x="1459" y="5075"/>
                      <a:pt x="1274" y="4698"/>
                    </a:cubicBezTo>
                    <a:cubicBezTo>
                      <a:pt x="1088" y="4322"/>
                      <a:pt x="993" y="3896"/>
                      <a:pt x="993" y="3420"/>
                    </a:cubicBezTo>
                    <a:cubicBezTo>
                      <a:pt x="993" y="2946"/>
                      <a:pt x="1088" y="2521"/>
                      <a:pt x="1274" y="2149"/>
                    </a:cubicBezTo>
                    <a:cubicBezTo>
                      <a:pt x="1459" y="1776"/>
                      <a:pt x="1715" y="1481"/>
                      <a:pt x="2042" y="1266"/>
                    </a:cubicBezTo>
                    <a:cubicBezTo>
                      <a:pt x="2368" y="1050"/>
                      <a:pt x="2738" y="941"/>
                      <a:pt x="3154" y="941"/>
                    </a:cubicBezTo>
                    <a:close/>
                    <a:moveTo>
                      <a:pt x="3014" y="1"/>
                    </a:moveTo>
                    <a:cubicBezTo>
                      <a:pt x="2453" y="1"/>
                      <a:pt x="1945" y="147"/>
                      <a:pt x="1487" y="439"/>
                    </a:cubicBezTo>
                    <a:cubicBezTo>
                      <a:pt x="1030" y="731"/>
                      <a:pt x="666" y="1133"/>
                      <a:pt x="400" y="1647"/>
                    </a:cubicBezTo>
                    <a:cubicBezTo>
                      <a:pt x="134" y="2158"/>
                      <a:pt x="1" y="2749"/>
                      <a:pt x="1" y="3419"/>
                    </a:cubicBezTo>
                    <a:cubicBezTo>
                      <a:pt x="1" y="4080"/>
                      <a:pt x="134" y="4670"/>
                      <a:pt x="400" y="5186"/>
                    </a:cubicBezTo>
                    <a:cubicBezTo>
                      <a:pt x="669" y="5704"/>
                      <a:pt x="1030" y="6112"/>
                      <a:pt x="1487" y="6414"/>
                    </a:cubicBezTo>
                    <a:cubicBezTo>
                      <a:pt x="1945" y="6714"/>
                      <a:pt x="2467" y="6863"/>
                      <a:pt x="3051" y="6863"/>
                    </a:cubicBezTo>
                    <a:cubicBezTo>
                      <a:pt x="3391" y="6863"/>
                      <a:pt x="3711" y="6803"/>
                      <a:pt x="4012" y="6680"/>
                    </a:cubicBezTo>
                    <a:cubicBezTo>
                      <a:pt x="4311" y="6557"/>
                      <a:pt x="4573" y="6401"/>
                      <a:pt x="4792" y="6209"/>
                    </a:cubicBezTo>
                    <a:cubicBezTo>
                      <a:pt x="4986" y="6043"/>
                      <a:pt x="5143" y="5866"/>
                      <a:pt x="5264" y="5681"/>
                    </a:cubicBezTo>
                    <a:lnTo>
                      <a:pt x="5264" y="5681"/>
                    </a:lnTo>
                    <a:lnTo>
                      <a:pt x="5264" y="6216"/>
                    </a:lnTo>
                    <a:cubicBezTo>
                      <a:pt x="5264" y="6361"/>
                      <a:pt x="5310" y="6485"/>
                      <a:pt x="5403" y="6585"/>
                    </a:cubicBezTo>
                    <a:cubicBezTo>
                      <a:pt x="5498" y="6688"/>
                      <a:pt x="5619" y="6738"/>
                      <a:pt x="5772" y="6738"/>
                    </a:cubicBezTo>
                    <a:cubicBezTo>
                      <a:pt x="5917" y="6738"/>
                      <a:pt x="6037" y="6687"/>
                      <a:pt x="6134" y="6585"/>
                    </a:cubicBezTo>
                    <a:cubicBezTo>
                      <a:pt x="6231" y="6483"/>
                      <a:pt x="6280" y="6361"/>
                      <a:pt x="6280" y="6216"/>
                    </a:cubicBezTo>
                    <a:lnTo>
                      <a:pt x="6280" y="610"/>
                    </a:lnTo>
                    <a:cubicBezTo>
                      <a:pt x="6280" y="465"/>
                      <a:pt x="6236" y="346"/>
                      <a:pt x="6141" y="248"/>
                    </a:cubicBezTo>
                    <a:cubicBezTo>
                      <a:pt x="6048" y="151"/>
                      <a:pt x="5925" y="102"/>
                      <a:pt x="5772" y="102"/>
                    </a:cubicBezTo>
                    <a:cubicBezTo>
                      <a:pt x="5619" y="102"/>
                      <a:pt x="5498" y="149"/>
                      <a:pt x="5402" y="248"/>
                    </a:cubicBezTo>
                    <a:cubicBezTo>
                      <a:pt x="5310" y="346"/>
                      <a:pt x="5263" y="465"/>
                      <a:pt x="5263" y="610"/>
                    </a:cubicBezTo>
                    <a:lnTo>
                      <a:pt x="5263" y="1117"/>
                    </a:lnTo>
                    <a:lnTo>
                      <a:pt x="5263" y="1117"/>
                    </a:lnTo>
                    <a:cubicBezTo>
                      <a:pt x="5150" y="955"/>
                      <a:pt x="5013" y="803"/>
                      <a:pt x="4851" y="662"/>
                    </a:cubicBezTo>
                    <a:cubicBezTo>
                      <a:pt x="4617" y="458"/>
                      <a:pt x="4344" y="297"/>
                      <a:pt x="4031" y="179"/>
                    </a:cubicBezTo>
                    <a:cubicBezTo>
                      <a:pt x="3717" y="60"/>
                      <a:pt x="3377" y="1"/>
                      <a:pt x="3014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43">
                <a:extLst>
                  <a:ext uri="{FF2B5EF4-FFF2-40B4-BE49-F238E27FC236}">
                    <a16:creationId xmlns:a16="http://schemas.microsoft.com/office/drawing/2014/main" id="{1C48FE4F-694B-6B1F-B911-27EDE9558182}"/>
                  </a:ext>
                </a:extLst>
              </p:cNvPr>
              <p:cNvSpPr/>
              <p:nvPr/>
            </p:nvSpPr>
            <p:spPr>
              <a:xfrm>
                <a:off x="8555725" y="957275"/>
                <a:ext cx="150050" cy="167325"/>
              </a:xfrm>
              <a:custGeom>
                <a:avLst/>
                <a:gdLst/>
                <a:ahLst/>
                <a:cxnLst/>
                <a:rect l="l" t="t" r="r" b="b"/>
                <a:pathLst>
                  <a:path w="6002" h="6693" extrusionOk="0">
                    <a:moveTo>
                      <a:pt x="5508" y="0"/>
                    </a:moveTo>
                    <a:cubicBezTo>
                      <a:pt x="5291" y="0"/>
                      <a:pt x="5139" y="110"/>
                      <a:pt x="5049" y="332"/>
                    </a:cubicBezTo>
                    <a:lnTo>
                      <a:pt x="3035" y="5089"/>
                    </a:lnTo>
                    <a:lnTo>
                      <a:pt x="1006" y="332"/>
                    </a:lnTo>
                    <a:cubicBezTo>
                      <a:pt x="962" y="222"/>
                      <a:pt x="896" y="140"/>
                      <a:pt x="802" y="84"/>
                    </a:cubicBezTo>
                    <a:cubicBezTo>
                      <a:pt x="708" y="29"/>
                      <a:pt x="610" y="1"/>
                      <a:pt x="510" y="1"/>
                    </a:cubicBezTo>
                    <a:cubicBezTo>
                      <a:pt x="347" y="1"/>
                      <a:pt x="225" y="52"/>
                      <a:pt x="136" y="152"/>
                    </a:cubicBezTo>
                    <a:cubicBezTo>
                      <a:pt x="47" y="255"/>
                      <a:pt x="1" y="361"/>
                      <a:pt x="1" y="471"/>
                    </a:cubicBezTo>
                    <a:cubicBezTo>
                      <a:pt x="1" y="521"/>
                      <a:pt x="8" y="570"/>
                      <a:pt x="20" y="617"/>
                    </a:cubicBezTo>
                    <a:cubicBezTo>
                      <a:pt x="33" y="665"/>
                      <a:pt x="43" y="699"/>
                      <a:pt x="52" y="724"/>
                    </a:cubicBezTo>
                    <a:lnTo>
                      <a:pt x="2505" y="6357"/>
                    </a:lnTo>
                    <a:cubicBezTo>
                      <a:pt x="2555" y="6475"/>
                      <a:pt x="2630" y="6563"/>
                      <a:pt x="2727" y="6623"/>
                    </a:cubicBezTo>
                    <a:cubicBezTo>
                      <a:pt x="2802" y="6670"/>
                      <a:pt x="2881" y="6693"/>
                      <a:pt x="2964" y="6693"/>
                    </a:cubicBezTo>
                    <a:cubicBezTo>
                      <a:pt x="2988" y="6693"/>
                      <a:pt x="3014" y="6691"/>
                      <a:pt x="3039" y="6687"/>
                    </a:cubicBezTo>
                    <a:cubicBezTo>
                      <a:pt x="3242" y="6678"/>
                      <a:pt x="3390" y="6568"/>
                      <a:pt x="3484" y="6357"/>
                    </a:cubicBezTo>
                    <a:lnTo>
                      <a:pt x="5937" y="724"/>
                    </a:lnTo>
                    <a:cubicBezTo>
                      <a:pt x="5955" y="683"/>
                      <a:pt x="5970" y="639"/>
                      <a:pt x="5983" y="598"/>
                    </a:cubicBezTo>
                    <a:cubicBezTo>
                      <a:pt x="5995" y="556"/>
                      <a:pt x="6002" y="509"/>
                      <a:pt x="6002" y="459"/>
                    </a:cubicBezTo>
                    <a:cubicBezTo>
                      <a:pt x="6002" y="324"/>
                      <a:pt x="5956" y="214"/>
                      <a:pt x="5863" y="129"/>
                    </a:cubicBezTo>
                    <a:cubicBezTo>
                      <a:pt x="5768" y="42"/>
                      <a:pt x="5658" y="1"/>
                      <a:pt x="5532" y="1"/>
                    </a:cubicBezTo>
                    <a:cubicBezTo>
                      <a:pt x="5523" y="0"/>
                      <a:pt x="5515" y="0"/>
                      <a:pt x="5508" y="0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43">
                <a:extLst>
                  <a:ext uri="{FF2B5EF4-FFF2-40B4-BE49-F238E27FC236}">
                    <a16:creationId xmlns:a16="http://schemas.microsoft.com/office/drawing/2014/main" id="{ECE901C5-1D0A-682E-29E4-11B199321895}"/>
                  </a:ext>
                </a:extLst>
              </p:cNvPr>
              <p:cNvSpPr/>
              <p:nvPr/>
            </p:nvSpPr>
            <p:spPr>
              <a:xfrm>
                <a:off x="8728025" y="956025"/>
                <a:ext cx="153200" cy="171625"/>
              </a:xfrm>
              <a:custGeom>
                <a:avLst/>
                <a:gdLst/>
                <a:ahLst/>
                <a:cxnLst/>
                <a:rect l="l" t="t" r="r" b="b"/>
                <a:pathLst>
                  <a:path w="6128" h="6865" extrusionOk="0">
                    <a:moveTo>
                      <a:pt x="3074" y="954"/>
                    </a:moveTo>
                    <a:cubicBezTo>
                      <a:pt x="3387" y="954"/>
                      <a:pt x="3686" y="1022"/>
                      <a:pt x="3970" y="1157"/>
                    </a:cubicBezTo>
                    <a:cubicBezTo>
                      <a:pt x="4255" y="1291"/>
                      <a:pt x="4496" y="1484"/>
                      <a:pt x="4695" y="1735"/>
                    </a:cubicBezTo>
                    <a:cubicBezTo>
                      <a:pt x="4894" y="1985"/>
                      <a:pt x="5011" y="2283"/>
                      <a:pt x="5046" y="2631"/>
                    </a:cubicBezTo>
                    <a:lnTo>
                      <a:pt x="5046" y="2734"/>
                    </a:lnTo>
                    <a:lnTo>
                      <a:pt x="1046" y="2734"/>
                    </a:lnTo>
                    <a:cubicBezTo>
                      <a:pt x="1075" y="2573"/>
                      <a:pt x="1115" y="2424"/>
                      <a:pt x="1167" y="2287"/>
                    </a:cubicBezTo>
                    <a:cubicBezTo>
                      <a:pt x="1285" y="1974"/>
                      <a:pt x="1444" y="1719"/>
                      <a:pt x="1644" y="1525"/>
                    </a:cubicBezTo>
                    <a:cubicBezTo>
                      <a:pt x="1842" y="1330"/>
                      <a:pt x="2067" y="1186"/>
                      <a:pt x="2318" y="1093"/>
                    </a:cubicBezTo>
                    <a:cubicBezTo>
                      <a:pt x="2569" y="1001"/>
                      <a:pt x="2820" y="954"/>
                      <a:pt x="3074" y="954"/>
                    </a:cubicBezTo>
                    <a:close/>
                    <a:moveTo>
                      <a:pt x="3078" y="1"/>
                    </a:moveTo>
                    <a:cubicBezTo>
                      <a:pt x="2553" y="1"/>
                      <a:pt x="2054" y="140"/>
                      <a:pt x="1583" y="414"/>
                    </a:cubicBezTo>
                    <a:cubicBezTo>
                      <a:pt x="1113" y="689"/>
                      <a:pt x="731" y="1088"/>
                      <a:pt x="439" y="1609"/>
                    </a:cubicBezTo>
                    <a:cubicBezTo>
                      <a:pt x="147" y="2130"/>
                      <a:pt x="1" y="2759"/>
                      <a:pt x="1" y="3497"/>
                    </a:cubicBezTo>
                    <a:cubicBezTo>
                      <a:pt x="1" y="4158"/>
                      <a:pt x="143" y="4741"/>
                      <a:pt x="427" y="5246"/>
                    </a:cubicBezTo>
                    <a:cubicBezTo>
                      <a:pt x="711" y="5750"/>
                      <a:pt x="1107" y="6145"/>
                      <a:pt x="1615" y="6433"/>
                    </a:cubicBezTo>
                    <a:cubicBezTo>
                      <a:pt x="2123" y="6721"/>
                      <a:pt x="2716" y="6865"/>
                      <a:pt x="3395" y="6865"/>
                    </a:cubicBezTo>
                    <a:cubicBezTo>
                      <a:pt x="3852" y="6865"/>
                      <a:pt x="4287" y="6765"/>
                      <a:pt x="4692" y="6570"/>
                    </a:cubicBezTo>
                    <a:cubicBezTo>
                      <a:pt x="5097" y="6375"/>
                      <a:pt x="5422" y="6145"/>
                      <a:pt x="5658" y="5882"/>
                    </a:cubicBezTo>
                    <a:cubicBezTo>
                      <a:pt x="5802" y="5762"/>
                      <a:pt x="5874" y="5632"/>
                      <a:pt x="5874" y="5488"/>
                    </a:cubicBezTo>
                    <a:cubicBezTo>
                      <a:pt x="5874" y="5370"/>
                      <a:pt x="5832" y="5268"/>
                      <a:pt x="5746" y="5183"/>
                    </a:cubicBezTo>
                    <a:cubicBezTo>
                      <a:pt x="5661" y="5099"/>
                      <a:pt x="5555" y="5057"/>
                      <a:pt x="5429" y="5057"/>
                    </a:cubicBezTo>
                    <a:cubicBezTo>
                      <a:pt x="5326" y="5057"/>
                      <a:pt x="5220" y="5094"/>
                      <a:pt x="5110" y="5171"/>
                    </a:cubicBezTo>
                    <a:cubicBezTo>
                      <a:pt x="4999" y="5289"/>
                      <a:pt x="4862" y="5406"/>
                      <a:pt x="4702" y="5520"/>
                    </a:cubicBezTo>
                    <a:cubicBezTo>
                      <a:pt x="4542" y="5634"/>
                      <a:pt x="4353" y="5729"/>
                      <a:pt x="4137" y="5806"/>
                    </a:cubicBezTo>
                    <a:cubicBezTo>
                      <a:pt x="3921" y="5882"/>
                      <a:pt x="3661" y="5921"/>
                      <a:pt x="3356" y="5921"/>
                    </a:cubicBezTo>
                    <a:cubicBezTo>
                      <a:pt x="2890" y="5921"/>
                      <a:pt x="2479" y="5813"/>
                      <a:pt x="2123" y="5597"/>
                    </a:cubicBezTo>
                    <a:cubicBezTo>
                      <a:pt x="1765" y="5381"/>
                      <a:pt x="1487" y="5086"/>
                      <a:pt x="1289" y="4713"/>
                    </a:cubicBezTo>
                    <a:cubicBezTo>
                      <a:pt x="1116" y="4391"/>
                      <a:pt x="1018" y="4024"/>
                      <a:pt x="996" y="3611"/>
                    </a:cubicBezTo>
                    <a:lnTo>
                      <a:pt x="5605" y="3611"/>
                    </a:lnTo>
                    <a:cubicBezTo>
                      <a:pt x="5742" y="3611"/>
                      <a:pt x="5861" y="3565"/>
                      <a:pt x="5963" y="3476"/>
                    </a:cubicBezTo>
                    <a:cubicBezTo>
                      <a:pt x="6063" y="3385"/>
                      <a:pt x="6119" y="3274"/>
                      <a:pt x="6127" y="3139"/>
                    </a:cubicBezTo>
                    <a:cubicBezTo>
                      <a:pt x="6120" y="2657"/>
                      <a:pt x="6030" y="2223"/>
                      <a:pt x="5861" y="1843"/>
                    </a:cubicBezTo>
                    <a:cubicBezTo>
                      <a:pt x="5692" y="1462"/>
                      <a:pt x="5465" y="1131"/>
                      <a:pt x="5181" y="851"/>
                    </a:cubicBezTo>
                    <a:cubicBezTo>
                      <a:pt x="4898" y="573"/>
                      <a:pt x="4575" y="361"/>
                      <a:pt x="4216" y="216"/>
                    </a:cubicBezTo>
                    <a:cubicBezTo>
                      <a:pt x="3856" y="72"/>
                      <a:pt x="3476" y="1"/>
                      <a:pt x="3078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43">
                <a:extLst>
                  <a:ext uri="{FF2B5EF4-FFF2-40B4-BE49-F238E27FC236}">
                    <a16:creationId xmlns:a16="http://schemas.microsoft.com/office/drawing/2014/main" id="{2FAB0CC8-3897-5767-C5B5-604389D45F58}"/>
                  </a:ext>
                </a:extLst>
              </p:cNvPr>
              <p:cNvSpPr/>
              <p:nvPr/>
            </p:nvSpPr>
            <p:spPr>
              <a:xfrm>
                <a:off x="8919950" y="889250"/>
                <a:ext cx="25775" cy="23525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9410" extrusionOk="0">
                    <a:moveTo>
                      <a:pt x="523" y="1"/>
                    </a:moveTo>
                    <a:cubicBezTo>
                      <a:pt x="378" y="1"/>
                      <a:pt x="255" y="54"/>
                      <a:pt x="154" y="154"/>
                    </a:cubicBezTo>
                    <a:cubicBezTo>
                      <a:pt x="51" y="257"/>
                      <a:pt x="1" y="379"/>
                      <a:pt x="1" y="523"/>
                    </a:cubicBezTo>
                    <a:lnTo>
                      <a:pt x="1" y="8887"/>
                    </a:lnTo>
                    <a:cubicBezTo>
                      <a:pt x="1" y="9032"/>
                      <a:pt x="49" y="9156"/>
                      <a:pt x="147" y="9256"/>
                    </a:cubicBezTo>
                    <a:cubicBezTo>
                      <a:pt x="244" y="9359"/>
                      <a:pt x="364" y="9409"/>
                      <a:pt x="509" y="9409"/>
                    </a:cubicBezTo>
                    <a:cubicBezTo>
                      <a:pt x="653" y="9409"/>
                      <a:pt x="777" y="9358"/>
                      <a:pt x="877" y="9256"/>
                    </a:cubicBezTo>
                    <a:cubicBezTo>
                      <a:pt x="980" y="9154"/>
                      <a:pt x="1031" y="9032"/>
                      <a:pt x="1031" y="8887"/>
                    </a:cubicBezTo>
                    <a:lnTo>
                      <a:pt x="1031" y="523"/>
                    </a:lnTo>
                    <a:cubicBezTo>
                      <a:pt x="1031" y="379"/>
                      <a:pt x="986" y="255"/>
                      <a:pt x="891" y="154"/>
                    </a:cubicBezTo>
                    <a:cubicBezTo>
                      <a:pt x="798" y="52"/>
                      <a:pt x="676" y="1"/>
                      <a:pt x="523" y="1"/>
                    </a:cubicBezTo>
                    <a:close/>
                  </a:path>
                </a:pathLst>
              </a:custGeom>
              <a:solidFill>
                <a:srgbClr val="FBFB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43">
                <a:extLst>
                  <a:ext uri="{FF2B5EF4-FFF2-40B4-BE49-F238E27FC236}">
                    <a16:creationId xmlns:a16="http://schemas.microsoft.com/office/drawing/2014/main" id="{CA3F41B0-F45B-ACDC-C339-8B9167111EF9}"/>
                  </a:ext>
                </a:extLst>
              </p:cNvPr>
              <p:cNvSpPr/>
              <p:nvPr/>
            </p:nvSpPr>
            <p:spPr>
              <a:xfrm>
                <a:off x="8649400" y="660775"/>
                <a:ext cx="120400" cy="157250"/>
              </a:xfrm>
              <a:custGeom>
                <a:avLst/>
                <a:gdLst/>
                <a:ahLst/>
                <a:cxnLst/>
                <a:rect l="l" t="t" r="r" b="b"/>
                <a:pathLst>
                  <a:path w="4816" h="6290" extrusionOk="0">
                    <a:moveTo>
                      <a:pt x="268" y="0"/>
                    </a:moveTo>
                    <a:cubicBezTo>
                      <a:pt x="197" y="0"/>
                      <a:pt x="134" y="22"/>
                      <a:pt x="80" y="71"/>
                    </a:cubicBezTo>
                    <a:cubicBezTo>
                      <a:pt x="27" y="118"/>
                      <a:pt x="0" y="181"/>
                      <a:pt x="0" y="259"/>
                    </a:cubicBezTo>
                    <a:cubicBezTo>
                      <a:pt x="0" y="330"/>
                      <a:pt x="27" y="390"/>
                      <a:pt x="80" y="439"/>
                    </a:cubicBezTo>
                    <a:cubicBezTo>
                      <a:pt x="133" y="486"/>
                      <a:pt x="197" y="509"/>
                      <a:pt x="268" y="509"/>
                    </a:cubicBezTo>
                    <a:lnTo>
                      <a:pt x="268" y="511"/>
                    </a:lnTo>
                    <a:lnTo>
                      <a:pt x="2119" y="511"/>
                    </a:lnTo>
                    <a:lnTo>
                      <a:pt x="2119" y="6021"/>
                    </a:lnTo>
                    <a:cubicBezTo>
                      <a:pt x="2119" y="6092"/>
                      <a:pt x="2145" y="6154"/>
                      <a:pt x="2199" y="6209"/>
                    </a:cubicBezTo>
                    <a:cubicBezTo>
                      <a:pt x="2254" y="6262"/>
                      <a:pt x="2323" y="6289"/>
                      <a:pt x="2407" y="6289"/>
                    </a:cubicBezTo>
                    <a:cubicBezTo>
                      <a:pt x="2485" y="6289"/>
                      <a:pt x="2550" y="6263"/>
                      <a:pt x="2603" y="6209"/>
                    </a:cubicBezTo>
                    <a:cubicBezTo>
                      <a:pt x="2657" y="6154"/>
                      <a:pt x="2685" y="6092"/>
                      <a:pt x="2685" y="6021"/>
                    </a:cubicBezTo>
                    <a:lnTo>
                      <a:pt x="2685" y="511"/>
                    </a:lnTo>
                    <a:lnTo>
                      <a:pt x="4537" y="511"/>
                    </a:lnTo>
                    <a:cubicBezTo>
                      <a:pt x="4615" y="511"/>
                      <a:pt x="4682" y="489"/>
                      <a:pt x="4735" y="444"/>
                    </a:cubicBezTo>
                    <a:cubicBezTo>
                      <a:pt x="4789" y="398"/>
                      <a:pt x="4816" y="337"/>
                      <a:pt x="4816" y="259"/>
                    </a:cubicBezTo>
                    <a:cubicBezTo>
                      <a:pt x="4816" y="182"/>
                      <a:pt x="4789" y="120"/>
                      <a:pt x="4735" y="71"/>
                    </a:cubicBezTo>
                    <a:cubicBezTo>
                      <a:pt x="4682" y="24"/>
                      <a:pt x="4615" y="0"/>
                      <a:pt x="4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43">
                <a:extLst>
                  <a:ext uri="{FF2B5EF4-FFF2-40B4-BE49-F238E27FC236}">
                    <a16:creationId xmlns:a16="http://schemas.microsoft.com/office/drawing/2014/main" id="{4E104A15-68DC-1FBE-88EC-4EDC2FB624FD}"/>
                  </a:ext>
                </a:extLst>
              </p:cNvPr>
              <p:cNvSpPr/>
              <p:nvPr/>
            </p:nvSpPr>
            <p:spPr>
              <a:xfrm>
                <a:off x="8783450" y="658475"/>
                <a:ext cx="150825" cy="16180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6472" extrusionOk="0">
                    <a:moveTo>
                      <a:pt x="3022" y="539"/>
                    </a:moveTo>
                    <a:cubicBezTo>
                      <a:pt x="3502" y="539"/>
                      <a:pt x="3923" y="652"/>
                      <a:pt x="4285" y="880"/>
                    </a:cubicBezTo>
                    <a:cubicBezTo>
                      <a:pt x="4646" y="1108"/>
                      <a:pt x="4932" y="1424"/>
                      <a:pt x="5142" y="1828"/>
                    </a:cubicBezTo>
                    <a:cubicBezTo>
                      <a:pt x="5353" y="2234"/>
                      <a:pt x="5458" y="2702"/>
                      <a:pt x="5458" y="3236"/>
                    </a:cubicBezTo>
                    <a:cubicBezTo>
                      <a:pt x="5458" y="3769"/>
                      <a:pt x="5353" y="4238"/>
                      <a:pt x="5142" y="4643"/>
                    </a:cubicBezTo>
                    <a:cubicBezTo>
                      <a:pt x="4933" y="5047"/>
                      <a:pt x="4646" y="5363"/>
                      <a:pt x="4285" y="5591"/>
                    </a:cubicBezTo>
                    <a:cubicBezTo>
                      <a:pt x="3921" y="5819"/>
                      <a:pt x="3502" y="5932"/>
                      <a:pt x="3022" y="5932"/>
                    </a:cubicBezTo>
                    <a:cubicBezTo>
                      <a:pt x="2549" y="5932"/>
                      <a:pt x="2127" y="5819"/>
                      <a:pt x="1759" y="5591"/>
                    </a:cubicBezTo>
                    <a:cubicBezTo>
                      <a:pt x="1390" y="5363"/>
                      <a:pt x="1103" y="5047"/>
                      <a:pt x="896" y="4643"/>
                    </a:cubicBezTo>
                    <a:cubicBezTo>
                      <a:pt x="688" y="4238"/>
                      <a:pt x="587" y="3769"/>
                      <a:pt x="587" y="3236"/>
                    </a:cubicBezTo>
                    <a:cubicBezTo>
                      <a:pt x="587" y="2702"/>
                      <a:pt x="688" y="2231"/>
                      <a:pt x="896" y="1828"/>
                    </a:cubicBezTo>
                    <a:cubicBezTo>
                      <a:pt x="1103" y="1424"/>
                      <a:pt x="1390" y="1108"/>
                      <a:pt x="1759" y="880"/>
                    </a:cubicBezTo>
                    <a:cubicBezTo>
                      <a:pt x="2127" y="652"/>
                      <a:pt x="2549" y="539"/>
                      <a:pt x="3022" y="539"/>
                    </a:cubicBezTo>
                    <a:close/>
                    <a:moveTo>
                      <a:pt x="3022" y="0"/>
                    </a:moveTo>
                    <a:cubicBezTo>
                      <a:pt x="2580" y="0"/>
                      <a:pt x="2175" y="80"/>
                      <a:pt x="1809" y="238"/>
                    </a:cubicBezTo>
                    <a:cubicBezTo>
                      <a:pt x="1444" y="397"/>
                      <a:pt x="1125" y="621"/>
                      <a:pt x="855" y="912"/>
                    </a:cubicBezTo>
                    <a:cubicBezTo>
                      <a:pt x="587" y="1201"/>
                      <a:pt x="375" y="1542"/>
                      <a:pt x="226" y="1936"/>
                    </a:cubicBezTo>
                    <a:cubicBezTo>
                      <a:pt x="76" y="2329"/>
                      <a:pt x="1" y="2763"/>
                      <a:pt x="1" y="3236"/>
                    </a:cubicBezTo>
                    <a:cubicBezTo>
                      <a:pt x="1" y="3711"/>
                      <a:pt x="76" y="4142"/>
                      <a:pt x="226" y="4535"/>
                    </a:cubicBezTo>
                    <a:cubicBezTo>
                      <a:pt x="375" y="4928"/>
                      <a:pt x="587" y="5269"/>
                      <a:pt x="855" y="5560"/>
                    </a:cubicBezTo>
                    <a:cubicBezTo>
                      <a:pt x="1125" y="5850"/>
                      <a:pt x="1444" y="6075"/>
                      <a:pt x="1809" y="6233"/>
                    </a:cubicBezTo>
                    <a:cubicBezTo>
                      <a:pt x="2175" y="6391"/>
                      <a:pt x="2578" y="6472"/>
                      <a:pt x="3022" y="6472"/>
                    </a:cubicBezTo>
                    <a:cubicBezTo>
                      <a:pt x="3458" y="6472"/>
                      <a:pt x="3862" y="6391"/>
                      <a:pt x="4230" y="6233"/>
                    </a:cubicBezTo>
                    <a:cubicBezTo>
                      <a:pt x="4599" y="6075"/>
                      <a:pt x="4918" y="5850"/>
                      <a:pt x="5188" y="5560"/>
                    </a:cubicBezTo>
                    <a:cubicBezTo>
                      <a:pt x="5458" y="5269"/>
                      <a:pt x="5667" y="4928"/>
                      <a:pt x="5811" y="4535"/>
                    </a:cubicBezTo>
                    <a:cubicBezTo>
                      <a:pt x="5960" y="4142"/>
                      <a:pt x="6033" y="3709"/>
                      <a:pt x="6033" y="3236"/>
                    </a:cubicBezTo>
                    <a:cubicBezTo>
                      <a:pt x="6033" y="2763"/>
                      <a:pt x="5960" y="2329"/>
                      <a:pt x="5811" y="1936"/>
                    </a:cubicBezTo>
                    <a:cubicBezTo>
                      <a:pt x="5667" y="1542"/>
                      <a:pt x="5458" y="1201"/>
                      <a:pt x="5188" y="912"/>
                    </a:cubicBezTo>
                    <a:cubicBezTo>
                      <a:pt x="4918" y="621"/>
                      <a:pt x="4599" y="396"/>
                      <a:pt x="4230" y="238"/>
                    </a:cubicBezTo>
                    <a:cubicBezTo>
                      <a:pt x="3862" y="80"/>
                      <a:pt x="3458" y="0"/>
                      <a:pt x="30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55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A07C8BC7-DD22-34E5-DFAD-F6E8C3AD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>
            <a:extLst>
              <a:ext uri="{FF2B5EF4-FFF2-40B4-BE49-F238E27FC236}">
                <a16:creationId xmlns:a16="http://schemas.microsoft.com/office/drawing/2014/main" id="{42C3873C-52EC-0A42-6854-0754093A9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59045" y="2653837"/>
            <a:ext cx="8273910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s-ES" dirty="0">
                <a:solidFill>
                  <a:schemeClr val="dk1"/>
                </a:solidFill>
              </a:rPr>
              <a:t>Funcionalidades</a:t>
            </a:r>
          </a:p>
        </p:txBody>
      </p:sp>
      <p:sp>
        <p:nvSpPr>
          <p:cNvPr id="553" name="Google Shape;553;p41">
            <a:extLst>
              <a:ext uri="{FF2B5EF4-FFF2-40B4-BE49-F238E27FC236}">
                <a16:creationId xmlns:a16="http://schemas.microsoft.com/office/drawing/2014/main" id="{74A85080-7A25-4CA8-D23D-553BFB27B4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73709" y="979901"/>
            <a:ext cx="1408891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grpSp>
        <p:nvGrpSpPr>
          <p:cNvPr id="555" name="Google Shape;555;p41">
            <a:extLst>
              <a:ext uri="{FF2B5EF4-FFF2-40B4-BE49-F238E27FC236}">
                <a16:creationId xmlns:a16="http://schemas.microsoft.com/office/drawing/2014/main" id="{577E32E4-2EDB-3212-2855-8970592E66B1}"/>
              </a:ext>
            </a:extLst>
          </p:cNvPr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>
              <a:extLst>
                <a:ext uri="{FF2B5EF4-FFF2-40B4-BE49-F238E27FC236}">
                  <a16:creationId xmlns:a16="http://schemas.microsoft.com/office/drawing/2014/main" id="{1B16BA36-D9A4-2ABB-FCFC-813A7D108FBE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>
              <a:extLst>
                <a:ext uri="{FF2B5EF4-FFF2-40B4-BE49-F238E27FC236}">
                  <a16:creationId xmlns:a16="http://schemas.microsoft.com/office/drawing/2014/main" id="{A05E2F8F-B8D0-72FF-1B3A-4E65F3936843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>
              <a:extLst>
                <a:ext uri="{FF2B5EF4-FFF2-40B4-BE49-F238E27FC236}">
                  <a16:creationId xmlns:a16="http://schemas.microsoft.com/office/drawing/2014/main" id="{87377FB2-8AC5-D27D-70F5-B139C1FF5FA8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>
              <a:extLst>
                <a:ext uri="{FF2B5EF4-FFF2-40B4-BE49-F238E27FC236}">
                  <a16:creationId xmlns:a16="http://schemas.microsoft.com/office/drawing/2014/main" id="{E74A050F-EC05-243B-0F69-C3A3387AE022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>
              <a:extLst>
                <a:ext uri="{FF2B5EF4-FFF2-40B4-BE49-F238E27FC236}">
                  <a16:creationId xmlns:a16="http://schemas.microsoft.com/office/drawing/2014/main" id="{04A0E031-8EAB-9613-5756-EFE4D766903D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>
              <a:extLst>
                <a:ext uri="{FF2B5EF4-FFF2-40B4-BE49-F238E27FC236}">
                  <a16:creationId xmlns:a16="http://schemas.microsoft.com/office/drawing/2014/main" id="{718704D1-8360-C302-CA3B-2798D6410345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>
              <a:extLst>
                <a:ext uri="{FF2B5EF4-FFF2-40B4-BE49-F238E27FC236}">
                  <a16:creationId xmlns:a16="http://schemas.microsoft.com/office/drawing/2014/main" id="{40757704-1930-FB73-1D03-5F85D6C4DC1D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>
              <a:extLst>
                <a:ext uri="{FF2B5EF4-FFF2-40B4-BE49-F238E27FC236}">
                  <a16:creationId xmlns:a16="http://schemas.microsoft.com/office/drawing/2014/main" id="{3BBFAF04-2ECB-8602-6969-3D2BBD547F50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>
              <a:extLst>
                <a:ext uri="{FF2B5EF4-FFF2-40B4-BE49-F238E27FC236}">
                  <a16:creationId xmlns:a16="http://schemas.microsoft.com/office/drawing/2014/main" id="{40E64105-5E7B-95F0-6A45-BBBD57A512C6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>
              <a:extLst>
                <a:ext uri="{FF2B5EF4-FFF2-40B4-BE49-F238E27FC236}">
                  <a16:creationId xmlns:a16="http://schemas.microsoft.com/office/drawing/2014/main" id="{40E4B086-A06B-F625-19BC-A2ECCCF5634F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>
              <a:extLst>
                <a:ext uri="{FF2B5EF4-FFF2-40B4-BE49-F238E27FC236}">
                  <a16:creationId xmlns:a16="http://schemas.microsoft.com/office/drawing/2014/main" id="{3ADBBE2A-C76B-F50A-0037-2D0FC04C7B28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>
              <a:extLst>
                <a:ext uri="{FF2B5EF4-FFF2-40B4-BE49-F238E27FC236}">
                  <a16:creationId xmlns:a16="http://schemas.microsoft.com/office/drawing/2014/main" id="{AFAA4074-7279-B445-26DA-1C3184A3A57E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>
              <a:extLst>
                <a:ext uri="{FF2B5EF4-FFF2-40B4-BE49-F238E27FC236}">
                  <a16:creationId xmlns:a16="http://schemas.microsoft.com/office/drawing/2014/main" id="{2A6B935B-51C4-72EA-985C-CD8312DDD957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>
              <a:extLst>
                <a:ext uri="{FF2B5EF4-FFF2-40B4-BE49-F238E27FC236}">
                  <a16:creationId xmlns:a16="http://schemas.microsoft.com/office/drawing/2014/main" id="{943A3607-245D-E0E8-5B2D-C7283077D2F8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>
              <a:extLst>
                <a:ext uri="{FF2B5EF4-FFF2-40B4-BE49-F238E27FC236}">
                  <a16:creationId xmlns:a16="http://schemas.microsoft.com/office/drawing/2014/main" id="{088DCBB9-739E-68DD-22FB-C7B50215332F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>
              <a:extLst>
                <a:ext uri="{FF2B5EF4-FFF2-40B4-BE49-F238E27FC236}">
                  <a16:creationId xmlns:a16="http://schemas.microsoft.com/office/drawing/2014/main" id="{E1B07B37-EB3D-0DEE-AD05-0D5838F9BF10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>
              <a:extLst>
                <a:ext uri="{FF2B5EF4-FFF2-40B4-BE49-F238E27FC236}">
                  <a16:creationId xmlns:a16="http://schemas.microsoft.com/office/drawing/2014/main" id="{C0FCCA0A-12B0-2B89-959E-AB9D677CB866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>
              <a:extLst>
                <a:ext uri="{FF2B5EF4-FFF2-40B4-BE49-F238E27FC236}">
                  <a16:creationId xmlns:a16="http://schemas.microsoft.com/office/drawing/2014/main" id="{F5730517-087B-0506-E6B9-77117B3CA955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>
              <a:extLst>
                <a:ext uri="{FF2B5EF4-FFF2-40B4-BE49-F238E27FC236}">
                  <a16:creationId xmlns:a16="http://schemas.microsoft.com/office/drawing/2014/main" id="{0B11CE3F-9282-F1D1-53F3-17093C9D0FDE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25AEC56-30FC-1308-804D-1520460986A5}"/>
              </a:ext>
            </a:extLst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DE0E07-43AB-955B-739F-88A5ADC5C651}"/>
              </a:ext>
            </a:extLst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>
            <a:extLst>
              <a:ext uri="{FF2B5EF4-FFF2-40B4-BE49-F238E27FC236}">
                <a16:creationId xmlns:a16="http://schemas.microsoft.com/office/drawing/2014/main" id="{FD3B211C-83FC-E495-5AAF-53CA2AFEAD7B}"/>
              </a:ext>
            </a:extLst>
          </p:cNvPr>
          <p:cNvGrpSpPr/>
          <p:nvPr/>
        </p:nvGrpSpPr>
        <p:grpSpPr>
          <a:xfrm rot="612448">
            <a:off x="9696090" y="881123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>
              <a:extLst>
                <a:ext uri="{FF2B5EF4-FFF2-40B4-BE49-F238E27FC236}">
                  <a16:creationId xmlns:a16="http://schemas.microsoft.com/office/drawing/2014/main" id="{FC96632C-467F-7794-6BF0-4F52F0483D50}"/>
                </a:ext>
              </a:extLst>
            </p:cNvPr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>
              <a:extLst>
                <a:ext uri="{FF2B5EF4-FFF2-40B4-BE49-F238E27FC236}">
                  <a16:creationId xmlns:a16="http://schemas.microsoft.com/office/drawing/2014/main" id="{10E3CFC7-7EA6-F155-E236-C145EC6B6B92}"/>
                </a:ext>
              </a:extLst>
            </p:cNvPr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>
              <a:extLst>
                <a:ext uri="{FF2B5EF4-FFF2-40B4-BE49-F238E27FC236}">
                  <a16:creationId xmlns:a16="http://schemas.microsoft.com/office/drawing/2014/main" id="{D2B297D1-EF64-650C-711D-BB8FEDDAE13B}"/>
                </a:ext>
              </a:extLst>
            </p:cNvPr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>
              <a:extLst>
                <a:ext uri="{FF2B5EF4-FFF2-40B4-BE49-F238E27FC236}">
                  <a16:creationId xmlns:a16="http://schemas.microsoft.com/office/drawing/2014/main" id="{BC00C47E-10C2-9FF6-B259-8029F63F7C4F}"/>
                </a:ext>
              </a:extLst>
            </p:cNvPr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>
              <a:extLst>
                <a:ext uri="{FF2B5EF4-FFF2-40B4-BE49-F238E27FC236}">
                  <a16:creationId xmlns:a16="http://schemas.microsoft.com/office/drawing/2014/main" id="{B62F7265-E797-32B4-ECCB-698B44F88750}"/>
                </a:ext>
              </a:extLst>
            </p:cNvPr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>
              <a:extLst>
                <a:ext uri="{FF2B5EF4-FFF2-40B4-BE49-F238E27FC236}">
                  <a16:creationId xmlns:a16="http://schemas.microsoft.com/office/drawing/2014/main" id="{0998A38D-57C0-6385-967A-07B598F7F3C6}"/>
                </a:ext>
              </a:extLst>
            </p:cNvPr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>
              <a:extLst>
                <a:ext uri="{FF2B5EF4-FFF2-40B4-BE49-F238E27FC236}">
                  <a16:creationId xmlns:a16="http://schemas.microsoft.com/office/drawing/2014/main" id="{E6EA239C-F854-507F-1412-E67CC4BB70E7}"/>
                </a:ext>
              </a:extLst>
            </p:cNvPr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>
              <a:extLst>
                <a:ext uri="{FF2B5EF4-FFF2-40B4-BE49-F238E27FC236}">
                  <a16:creationId xmlns:a16="http://schemas.microsoft.com/office/drawing/2014/main" id="{EA19AEDA-EB06-25B7-7094-E6BDD417078E}"/>
                </a:ext>
              </a:extLst>
            </p:cNvPr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>
              <a:extLst>
                <a:ext uri="{FF2B5EF4-FFF2-40B4-BE49-F238E27FC236}">
                  <a16:creationId xmlns:a16="http://schemas.microsoft.com/office/drawing/2014/main" id="{F00F1DD1-69F5-89F6-AB73-3023613B91F3}"/>
                </a:ext>
              </a:extLst>
            </p:cNvPr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>
              <a:extLst>
                <a:ext uri="{FF2B5EF4-FFF2-40B4-BE49-F238E27FC236}">
                  <a16:creationId xmlns:a16="http://schemas.microsoft.com/office/drawing/2014/main" id="{425234A9-F0A9-467F-2E0D-78FE7F1D910A}"/>
                </a:ext>
              </a:extLst>
            </p:cNvPr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>
              <a:extLst>
                <a:ext uri="{FF2B5EF4-FFF2-40B4-BE49-F238E27FC236}">
                  <a16:creationId xmlns:a16="http://schemas.microsoft.com/office/drawing/2014/main" id="{A287093C-1E51-5619-736E-CC2434AFF692}"/>
                </a:ext>
              </a:extLst>
            </p:cNvPr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>
              <a:extLst>
                <a:ext uri="{FF2B5EF4-FFF2-40B4-BE49-F238E27FC236}">
                  <a16:creationId xmlns:a16="http://schemas.microsoft.com/office/drawing/2014/main" id="{4E786860-F2C7-D0B9-210D-5E0264EE213F}"/>
                </a:ext>
              </a:extLst>
            </p:cNvPr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>
              <a:extLst>
                <a:ext uri="{FF2B5EF4-FFF2-40B4-BE49-F238E27FC236}">
                  <a16:creationId xmlns:a16="http://schemas.microsoft.com/office/drawing/2014/main" id="{CBC7DEE5-D871-4EF5-5F8D-E245C8E03078}"/>
                </a:ext>
              </a:extLst>
            </p:cNvPr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>
              <a:extLst>
                <a:ext uri="{FF2B5EF4-FFF2-40B4-BE49-F238E27FC236}">
                  <a16:creationId xmlns:a16="http://schemas.microsoft.com/office/drawing/2014/main" id="{001C35FD-B1C1-4A12-E0DB-482D0BE5B9AF}"/>
                </a:ext>
              </a:extLst>
            </p:cNvPr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>
              <a:extLst>
                <a:ext uri="{FF2B5EF4-FFF2-40B4-BE49-F238E27FC236}">
                  <a16:creationId xmlns:a16="http://schemas.microsoft.com/office/drawing/2014/main" id="{F3A9FF7F-F3C7-A40A-9FFA-1F7477DFCE25}"/>
                </a:ext>
              </a:extLst>
            </p:cNvPr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>
              <a:extLst>
                <a:ext uri="{FF2B5EF4-FFF2-40B4-BE49-F238E27FC236}">
                  <a16:creationId xmlns:a16="http://schemas.microsoft.com/office/drawing/2014/main" id="{7671E70A-8656-125D-B8E3-75C70645EA48}"/>
                </a:ext>
              </a:extLst>
            </p:cNvPr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>
              <a:extLst>
                <a:ext uri="{FF2B5EF4-FFF2-40B4-BE49-F238E27FC236}">
                  <a16:creationId xmlns:a16="http://schemas.microsoft.com/office/drawing/2014/main" id="{CE25C3B2-E501-CE5F-7701-8822B01C262D}"/>
                </a:ext>
              </a:extLst>
            </p:cNvPr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>
              <a:extLst>
                <a:ext uri="{FF2B5EF4-FFF2-40B4-BE49-F238E27FC236}">
                  <a16:creationId xmlns:a16="http://schemas.microsoft.com/office/drawing/2014/main" id="{E52A26C1-13D7-B78C-7EF7-CC17E528A67B}"/>
                </a:ext>
              </a:extLst>
            </p:cNvPr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>
              <a:extLst>
                <a:ext uri="{FF2B5EF4-FFF2-40B4-BE49-F238E27FC236}">
                  <a16:creationId xmlns:a16="http://schemas.microsoft.com/office/drawing/2014/main" id="{91328278-2F4A-3D9C-3274-89E9465C1C77}"/>
                </a:ext>
              </a:extLst>
            </p:cNvPr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>
              <a:extLst>
                <a:ext uri="{FF2B5EF4-FFF2-40B4-BE49-F238E27FC236}">
                  <a16:creationId xmlns:a16="http://schemas.microsoft.com/office/drawing/2014/main" id="{CF3D42EA-38A1-0A53-C4FA-C26FFA44E85E}"/>
                </a:ext>
              </a:extLst>
            </p:cNvPr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559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F735-A912-C39A-1AB8-81AA5011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dk1"/>
                </a:solidFill>
              </a:rPr>
              <a:t>Funcionalidades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17FA9-97F4-595B-A88E-D3B1AE089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s-ES" sz="2600" dirty="0"/>
              <a:t>Búsqueda de destinos por texto, categoría y ubicación.</a:t>
            </a:r>
          </a:p>
          <a:p>
            <a:pPr marL="139700" indent="0">
              <a:buNone/>
            </a:pPr>
            <a:endParaRPr lang="es-ES" sz="2600" dirty="0"/>
          </a:p>
          <a:p>
            <a:r>
              <a:rPr lang="es-ES" sz="2600" dirty="0"/>
              <a:t>Recomendaciones personalizadas según favoritos e intereses.</a:t>
            </a:r>
          </a:p>
          <a:p>
            <a:pPr marL="139700" indent="0">
              <a:buNone/>
            </a:pPr>
            <a:endParaRPr lang="es-ES" sz="2600" dirty="0"/>
          </a:p>
          <a:p>
            <a:r>
              <a:rPr lang="es-ES" sz="2600" dirty="0"/>
              <a:t>Gestión de favoritos (alta, baja, consulta).</a:t>
            </a:r>
          </a:p>
          <a:p>
            <a:pPr marL="139700" indent="0">
              <a:buNone/>
            </a:pPr>
            <a:endParaRPr lang="es-ES" sz="2600" dirty="0"/>
          </a:p>
          <a:p>
            <a:r>
              <a:rPr lang="es-ES" sz="2600" dirty="0" err="1"/>
              <a:t>Fetch</a:t>
            </a:r>
            <a:r>
              <a:rPr lang="es-ES" sz="2600" dirty="0"/>
              <a:t> automático de datos turísticos (pipeline).</a:t>
            </a:r>
          </a:p>
          <a:p>
            <a:pPr marL="139700" indent="0">
              <a:buNone/>
            </a:pPr>
            <a:endParaRPr lang="es-ES" sz="2600" dirty="0"/>
          </a:p>
          <a:p>
            <a:r>
              <a:rPr lang="es-ES" sz="2600" dirty="0"/>
              <a:t>SPA HTML que interactúa con el </a:t>
            </a:r>
            <a:r>
              <a:rPr lang="es-ES" sz="2600" dirty="0" err="1"/>
              <a:t>gateway</a:t>
            </a:r>
            <a:r>
              <a:rPr lang="es-ES" sz="2600" dirty="0"/>
              <a:t> mediante </a:t>
            </a:r>
            <a:r>
              <a:rPr lang="es-ES" sz="2600" dirty="0" err="1"/>
              <a:t>fetch</a:t>
            </a:r>
            <a:r>
              <a:rPr lang="es-E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629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9DE88423-F58E-64F3-9F5B-D1736CB7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>
            <a:extLst>
              <a:ext uri="{FF2B5EF4-FFF2-40B4-BE49-F238E27FC236}">
                <a16:creationId xmlns:a16="http://schemas.microsoft.com/office/drawing/2014/main" id="{5F6089FE-C5C1-4730-6190-54C7B129D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9118" y="2530324"/>
            <a:ext cx="7068882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 err="1">
                <a:solidFill>
                  <a:schemeClr val="dk1"/>
                </a:solidFill>
              </a:rPr>
              <a:t>APIs</a:t>
            </a:r>
            <a:r>
              <a:rPr lang="es-ES" dirty="0">
                <a:solidFill>
                  <a:schemeClr val="dk1"/>
                </a:solidFill>
              </a:rPr>
              <a:t> y Modelo de datos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1">
            <a:extLst>
              <a:ext uri="{FF2B5EF4-FFF2-40B4-BE49-F238E27FC236}">
                <a16:creationId xmlns:a16="http://schemas.microsoft.com/office/drawing/2014/main" id="{0D7A4B84-5E9E-F497-64C6-C08F9F84BA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73710" y="979900"/>
            <a:ext cx="1444581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grpSp>
        <p:nvGrpSpPr>
          <p:cNvPr id="555" name="Google Shape;555;p41">
            <a:extLst>
              <a:ext uri="{FF2B5EF4-FFF2-40B4-BE49-F238E27FC236}">
                <a16:creationId xmlns:a16="http://schemas.microsoft.com/office/drawing/2014/main" id="{B596CB7B-C96D-508C-CA7B-E0FB469B9E6E}"/>
              </a:ext>
            </a:extLst>
          </p:cNvPr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>
              <a:extLst>
                <a:ext uri="{FF2B5EF4-FFF2-40B4-BE49-F238E27FC236}">
                  <a16:creationId xmlns:a16="http://schemas.microsoft.com/office/drawing/2014/main" id="{4926282A-66C4-1121-417E-336D37266A44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>
              <a:extLst>
                <a:ext uri="{FF2B5EF4-FFF2-40B4-BE49-F238E27FC236}">
                  <a16:creationId xmlns:a16="http://schemas.microsoft.com/office/drawing/2014/main" id="{E9FE278A-6F49-2991-789C-1A95BDF8BEE2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>
              <a:extLst>
                <a:ext uri="{FF2B5EF4-FFF2-40B4-BE49-F238E27FC236}">
                  <a16:creationId xmlns:a16="http://schemas.microsoft.com/office/drawing/2014/main" id="{54D1F262-22A8-13EC-368B-BB1081AB8A51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>
              <a:extLst>
                <a:ext uri="{FF2B5EF4-FFF2-40B4-BE49-F238E27FC236}">
                  <a16:creationId xmlns:a16="http://schemas.microsoft.com/office/drawing/2014/main" id="{E453C892-F2FC-AE1B-2193-89A429D85458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>
              <a:extLst>
                <a:ext uri="{FF2B5EF4-FFF2-40B4-BE49-F238E27FC236}">
                  <a16:creationId xmlns:a16="http://schemas.microsoft.com/office/drawing/2014/main" id="{66A37390-4530-A8D5-F91A-8276B81424BF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>
              <a:extLst>
                <a:ext uri="{FF2B5EF4-FFF2-40B4-BE49-F238E27FC236}">
                  <a16:creationId xmlns:a16="http://schemas.microsoft.com/office/drawing/2014/main" id="{488F15EA-1860-675C-F4BB-157C8A835616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>
              <a:extLst>
                <a:ext uri="{FF2B5EF4-FFF2-40B4-BE49-F238E27FC236}">
                  <a16:creationId xmlns:a16="http://schemas.microsoft.com/office/drawing/2014/main" id="{36AA1471-0B32-4A35-C63E-F56EAAD169E0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>
              <a:extLst>
                <a:ext uri="{FF2B5EF4-FFF2-40B4-BE49-F238E27FC236}">
                  <a16:creationId xmlns:a16="http://schemas.microsoft.com/office/drawing/2014/main" id="{DF8DAD71-4099-12A5-4EB8-8F3BD45ED55B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>
              <a:extLst>
                <a:ext uri="{FF2B5EF4-FFF2-40B4-BE49-F238E27FC236}">
                  <a16:creationId xmlns:a16="http://schemas.microsoft.com/office/drawing/2014/main" id="{356FA825-2AAB-9473-C702-829F8ED754CB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>
              <a:extLst>
                <a:ext uri="{FF2B5EF4-FFF2-40B4-BE49-F238E27FC236}">
                  <a16:creationId xmlns:a16="http://schemas.microsoft.com/office/drawing/2014/main" id="{3ECCE94A-044B-99EF-A8C7-F325A98EC2B2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>
              <a:extLst>
                <a:ext uri="{FF2B5EF4-FFF2-40B4-BE49-F238E27FC236}">
                  <a16:creationId xmlns:a16="http://schemas.microsoft.com/office/drawing/2014/main" id="{A3E6EA69-0D07-0E09-F585-34869C1F386C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>
              <a:extLst>
                <a:ext uri="{FF2B5EF4-FFF2-40B4-BE49-F238E27FC236}">
                  <a16:creationId xmlns:a16="http://schemas.microsoft.com/office/drawing/2014/main" id="{30DAC420-CEE9-52CF-0BB2-A4353EC1FE72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>
              <a:extLst>
                <a:ext uri="{FF2B5EF4-FFF2-40B4-BE49-F238E27FC236}">
                  <a16:creationId xmlns:a16="http://schemas.microsoft.com/office/drawing/2014/main" id="{94592504-933C-C256-B2E9-773E05DA2723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>
              <a:extLst>
                <a:ext uri="{FF2B5EF4-FFF2-40B4-BE49-F238E27FC236}">
                  <a16:creationId xmlns:a16="http://schemas.microsoft.com/office/drawing/2014/main" id="{3A2645CE-CEE2-B029-7951-5A3FBA42B3B7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>
              <a:extLst>
                <a:ext uri="{FF2B5EF4-FFF2-40B4-BE49-F238E27FC236}">
                  <a16:creationId xmlns:a16="http://schemas.microsoft.com/office/drawing/2014/main" id="{21395CEE-4E09-3CD8-4A2A-27856EDCECFC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>
              <a:extLst>
                <a:ext uri="{FF2B5EF4-FFF2-40B4-BE49-F238E27FC236}">
                  <a16:creationId xmlns:a16="http://schemas.microsoft.com/office/drawing/2014/main" id="{AAD77F78-E268-97C8-8713-6577AB60F263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>
              <a:extLst>
                <a:ext uri="{FF2B5EF4-FFF2-40B4-BE49-F238E27FC236}">
                  <a16:creationId xmlns:a16="http://schemas.microsoft.com/office/drawing/2014/main" id="{7A458487-ACEB-9F3E-80DB-9E2460E9BAC2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>
              <a:extLst>
                <a:ext uri="{FF2B5EF4-FFF2-40B4-BE49-F238E27FC236}">
                  <a16:creationId xmlns:a16="http://schemas.microsoft.com/office/drawing/2014/main" id="{C3958DDE-413B-C0DB-EF4C-CEA79BBF3E62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>
              <a:extLst>
                <a:ext uri="{FF2B5EF4-FFF2-40B4-BE49-F238E27FC236}">
                  <a16:creationId xmlns:a16="http://schemas.microsoft.com/office/drawing/2014/main" id="{4922B4CE-30C5-658C-F736-847F57FEF501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63DEE5C-D417-E09F-6DA9-16A80791F879}"/>
              </a:ext>
            </a:extLst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C3CB2C6-D9A9-7CB9-F2D7-618BA6D4114B}"/>
              </a:ext>
            </a:extLst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>
            <a:extLst>
              <a:ext uri="{FF2B5EF4-FFF2-40B4-BE49-F238E27FC236}">
                <a16:creationId xmlns:a16="http://schemas.microsoft.com/office/drawing/2014/main" id="{07961A35-DEE0-A6B2-F166-2B662B242473}"/>
              </a:ext>
            </a:extLst>
          </p:cNvPr>
          <p:cNvGrpSpPr/>
          <p:nvPr/>
        </p:nvGrpSpPr>
        <p:grpSpPr>
          <a:xfrm rot="612448">
            <a:off x="9546496" y="2968687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>
              <a:extLst>
                <a:ext uri="{FF2B5EF4-FFF2-40B4-BE49-F238E27FC236}">
                  <a16:creationId xmlns:a16="http://schemas.microsoft.com/office/drawing/2014/main" id="{7ACDF2BA-BE40-E5EC-D9A1-B43FEE5F0A96}"/>
                </a:ext>
              </a:extLst>
            </p:cNvPr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>
              <a:extLst>
                <a:ext uri="{FF2B5EF4-FFF2-40B4-BE49-F238E27FC236}">
                  <a16:creationId xmlns:a16="http://schemas.microsoft.com/office/drawing/2014/main" id="{7CDFCA2D-6092-BA67-3623-32CA3071C4BF}"/>
                </a:ext>
              </a:extLst>
            </p:cNvPr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>
              <a:extLst>
                <a:ext uri="{FF2B5EF4-FFF2-40B4-BE49-F238E27FC236}">
                  <a16:creationId xmlns:a16="http://schemas.microsoft.com/office/drawing/2014/main" id="{449EEDF2-3B5F-4FB5-9CD5-39915155DD12}"/>
                </a:ext>
              </a:extLst>
            </p:cNvPr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>
              <a:extLst>
                <a:ext uri="{FF2B5EF4-FFF2-40B4-BE49-F238E27FC236}">
                  <a16:creationId xmlns:a16="http://schemas.microsoft.com/office/drawing/2014/main" id="{E28DB5A9-0B03-3DF0-11A3-44368E32F860}"/>
                </a:ext>
              </a:extLst>
            </p:cNvPr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>
              <a:extLst>
                <a:ext uri="{FF2B5EF4-FFF2-40B4-BE49-F238E27FC236}">
                  <a16:creationId xmlns:a16="http://schemas.microsoft.com/office/drawing/2014/main" id="{1946FF70-9627-5EEC-B05A-BA28AC4CB23F}"/>
                </a:ext>
              </a:extLst>
            </p:cNvPr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>
              <a:extLst>
                <a:ext uri="{FF2B5EF4-FFF2-40B4-BE49-F238E27FC236}">
                  <a16:creationId xmlns:a16="http://schemas.microsoft.com/office/drawing/2014/main" id="{322452FC-BD2B-6370-02A8-636E71862C58}"/>
                </a:ext>
              </a:extLst>
            </p:cNvPr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>
              <a:extLst>
                <a:ext uri="{FF2B5EF4-FFF2-40B4-BE49-F238E27FC236}">
                  <a16:creationId xmlns:a16="http://schemas.microsoft.com/office/drawing/2014/main" id="{799C4CE6-F4BE-45F6-4422-BF7B80D63C7B}"/>
                </a:ext>
              </a:extLst>
            </p:cNvPr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>
              <a:extLst>
                <a:ext uri="{FF2B5EF4-FFF2-40B4-BE49-F238E27FC236}">
                  <a16:creationId xmlns:a16="http://schemas.microsoft.com/office/drawing/2014/main" id="{93C11BAB-E265-DBE9-CB51-392F26B054D0}"/>
                </a:ext>
              </a:extLst>
            </p:cNvPr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>
              <a:extLst>
                <a:ext uri="{FF2B5EF4-FFF2-40B4-BE49-F238E27FC236}">
                  <a16:creationId xmlns:a16="http://schemas.microsoft.com/office/drawing/2014/main" id="{3EFD850B-4996-515C-8200-A5F9B77048D7}"/>
                </a:ext>
              </a:extLst>
            </p:cNvPr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>
              <a:extLst>
                <a:ext uri="{FF2B5EF4-FFF2-40B4-BE49-F238E27FC236}">
                  <a16:creationId xmlns:a16="http://schemas.microsoft.com/office/drawing/2014/main" id="{9D73D727-7533-88B9-9DE4-F1F20E87F6BF}"/>
                </a:ext>
              </a:extLst>
            </p:cNvPr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>
              <a:extLst>
                <a:ext uri="{FF2B5EF4-FFF2-40B4-BE49-F238E27FC236}">
                  <a16:creationId xmlns:a16="http://schemas.microsoft.com/office/drawing/2014/main" id="{D93AFEAF-5A6C-DD87-BF69-0D848CF7445F}"/>
                </a:ext>
              </a:extLst>
            </p:cNvPr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>
              <a:extLst>
                <a:ext uri="{FF2B5EF4-FFF2-40B4-BE49-F238E27FC236}">
                  <a16:creationId xmlns:a16="http://schemas.microsoft.com/office/drawing/2014/main" id="{DAB73EA2-0E41-2303-C5D0-D2F578A092F8}"/>
                </a:ext>
              </a:extLst>
            </p:cNvPr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>
              <a:extLst>
                <a:ext uri="{FF2B5EF4-FFF2-40B4-BE49-F238E27FC236}">
                  <a16:creationId xmlns:a16="http://schemas.microsoft.com/office/drawing/2014/main" id="{5A1F4ABB-9FF4-EC5C-8632-344792F693D1}"/>
                </a:ext>
              </a:extLst>
            </p:cNvPr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>
              <a:extLst>
                <a:ext uri="{FF2B5EF4-FFF2-40B4-BE49-F238E27FC236}">
                  <a16:creationId xmlns:a16="http://schemas.microsoft.com/office/drawing/2014/main" id="{55F3ED07-0F82-361A-8AE2-F372B00FBAFC}"/>
                </a:ext>
              </a:extLst>
            </p:cNvPr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>
              <a:extLst>
                <a:ext uri="{FF2B5EF4-FFF2-40B4-BE49-F238E27FC236}">
                  <a16:creationId xmlns:a16="http://schemas.microsoft.com/office/drawing/2014/main" id="{B35A82CD-7AAA-9F9E-C120-9DBD5DC8E25D}"/>
                </a:ext>
              </a:extLst>
            </p:cNvPr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>
              <a:extLst>
                <a:ext uri="{FF2B5EF4-FFF2-40B4-BE49-F238E27FC236}">
                  <a16:creationId xmlns:a16="http://schemas.microsoft.com/office/drawing/2014/main" id="{9B73145F-F6E5-7FD8-9535-22B584DE4D8F}"/>
                </a:ext>
              </a:extLst>
            </p:cNvPr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>
              <a:extLst>
                <a:ext uri="{FF2B5EF4-FFF2-40B4-BE49-F238E27FC236}">
                  <a16:creationId xmlns:a16="http://schemas.microsoft.com/office/drawing/2014/main" id="{46568836-8967-CA78-1F4C-045EC98CC124}"/>
                </a:ext>
              </a:extLst>
            </p:cNvPr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>
              <a:extLst>
                <a:ext uri="{FF2B5EF4-FFF2-40B4-BE49-F238E27FC236}">
                  <a16:creationId xmlns:a16="http://schemas.microsoft.com/office/drawing/2014/main" id="{51303BA7-D0B6-30FF-3B92-A1B7157CC5C8}"/>
                </a:ext>
              </a:extLst>
            </p:cNvPr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>
              <a:extLst>
                <a:ext uri="{FF2B5EF4-FFF2-40B4-BE49-F238E27FC236}">
                  <a16:creationId xmlns:a16="http://schemas.microsoft.com/office/drawing/2014/main" id="{B935A07D-6CCB-4F71-CD39-4957A6CABCF2}"/>
                </a:ext>
              </a:extLst>
            </p:cNvPr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>
              <a:extLst>
                <a:ext uri="{FF2B5EF4-FFF2-40B4-BE49-F238E27FC236}">
                  <a16:creationId xmlns:a16="http://schemas.microsoft.com/office/drawing/2014/main" id="{E470EF10-1A58-8621-8EB9-BD78CEEF8985}"/>
                </a:ext>
              </a:extLst>
            </p:cNvPr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19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9255-7CCF-3C59-2C84-E751C26E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solidFill>
                  <a:schemeClr val="dk1"/>
                </a:solidFill>
              </a:rPr>
              <a:t>APIs</a:t>
            </a:r>
            <a:r>
              <a:rPr lang="es-ES" dirty="0">
                <a:solidFill>
                  <a:schemeClr val="dk1"/>
                </a:solidFill>
              </a:rPr>
              <a:t> y Modelo de datos (I)</a:t>
            </a:r>
            <a:endParaRPr lang="es-E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DE1C6-2DF2-083B-186B-D976B0581E37}"/>
              </a:ext>
            </a:extLst>
          </p:cNvPr>
          <p:cNvSpPr txBox="1"/>
          <p:nvPr/>
        </p:nvSpPr>
        <p:spPr>
          <a:xfrm>
            <a:off x="957000" y="1379577"/>
            <a:ext cx="10278000" cy="547842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s-ES" sz="2000" b="1" dirty="0">
                <a:latin typeface="Quicksand Medium"/>
              </a:rPr>
              <a:t>Gateway API (Node.js + Express):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latin typeface="Quicksand Medium"/>
              </a:rPr>
              <a:t>Healthcheck</a:t>
            </a:r>
            <a:r>
              <a:rPr lang="es-ES" sz="1600" dirty="0">
                <a:latin typeface="Quicksand Medium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</a:t>
            </a:r>
            <a:r>
              <a:rPr lang="es-ES" sz="1600" dirty="0" err="1">
                <a:latin typeface="Quicksand Medium"/>
              </a:rPr>
              <a:t>health</a:t>
            </a:r>
            <a:r>
              <a:rPr lang="es-ES" sz="1600" dirty="0">
                <a:latin typeface="Quicksand Medium"/>
              </a:rPr>
              <a:t> → comprueba PostgreSQL, 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 y </a:t>
            </a:r>
            <a:r>
              <a:rPr lang="es-ES" sz="1600" dirty="0" err="1">
                <a:latin typeface="Quicksand Medium"/>
              </a:rPr>
              <a:t>Recommender</a:t>
            </a:r>
            <a:r>
              <a:rPr lang="es-ES" sz="1600" dirty="0">
                <a:latin typeface="Quicksand Medium"/>
              </a:rPr>
              <a:t>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Autenticación clásica: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POST /api/</a:t>
            </a:r>
            <a:r>
              <a:rPr lang="es-ES" sz="1600" dirty="0" err="1">
                <a:latin typeface="Quicksand Medium"/>
              </a:rPr>
              <a:t>auth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register</a:t>
            </a:r>
            <a:r>
              <a:rPr lang="es-ES" sz="1600" dirty="0">
                <a:latin typeface="Quicksand Medium"/>
              </a:rPr>
              <a:t> → registro de usuario.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POST /api/</a:t>
            </a:r>
            <a:r>
              <a:rPr lang="es-ES" sz="1600" dirty="0" err="1">
                <a:latin typeface="Quicksand Medium"/>
              </a:rPr>
              <a:t>auth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login</a:t>
            </a:r>
            <a:r>
              <a:rPr lang="es-ES" sz="1600" dirty="0">
                <a:latin typeface="Quicksand Medium"/>
              </a:rPr>
              <a:t> → </a:t>
            </a:r>
            <a:r>
              <a:rPr lang="es-ES" sz="1600" dirty="0" err="1">
                <a:latin typeface="Quicksand Medium"/>
              </a:rPr>
              <a:t>login</a:t>
            </a:r>
            <a:r>
              <a:rPr lang="es-ES" sz="1600" dirty="0">
                <a:latin typeface="Quicksand Medium"/>
              </a:rPr>
              <a:t> con email + contraseña.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</a:t>
            </a:r>
            <a:r>
              <a:rPr lang="es-ES" sz="1600" dirty="0" err="1">
                <a:latin typeface="Quicksand Medium"/>
              </a:rPr>
              <a:t>auth</a:t>
            </a:r>
            <a:r>
              <a:rPr lang="es-ES" sz="1600" dirty="0">
                <a:latin typeface="Quicksand Medium"/>
              </a:rPr>
              <a:t>/me → devuelve el usuario a partir del JWT.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Autenticación GitHub (OAuth):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</a:t>
            </a:r>
            <a:r>
              <a:rPr lang="es-ES" sz="1600" dirty="0" err="1">
                <a:latin typeface="Quicksand Medium"/>
              </a:rPr>
              <a:t>auth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github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login</a:t>
            </a:r>
            <a:r>
              <a:rPr lang="es-ES" sz="1600" dirty="0">
                <a:latin typeface="Quicksand Medium"/>
              </a:rPr>
              <a:t> → redirige al </a:t>
            </a:r>
            <a:r>
              <a:rPr lang="es-ES" sz="1600" dirty="0" err="1">
                <a:latin typeface="Quicksand Medium"/>
              </a:rPr>
              <a:t>login</a:t>
            </a:r>
            <a:r>
              <a:rPr lang="es-ES" sz="1600" dirty="0">
                <a:latin typeface="Quicksand Medium"/>
              </a:rPr>
              <a:t> de GitHub.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</a:t>
            </a:r>
            <a:r>
              <a:rPr lang="es-ES" sz="1600" dirty="0" err="1">
                <a:latin typeface="Quicksand Medium"/>
              </a:rPr>
              <a:t>auth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github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callback</a:t>
            </a:r>
            <a:r>
              <a:rPr lang="es-ES" sz="1600" dirty="0">
                <a:latin typeface="Quicksand Medium"/>
              </a:rPr>
              <a:t> → </a:t>
            </a:r>
            <a:r>
              <a:rPr lang="es-ES" sz="1600" dirty="0" err="1">
                <a:latin typeface="Quicksand Medium"/>
              </a:rPr>
              <a:t>callback</a:t>
            </a:r>
            <a:r>
              <a:rPr lang="es-ES" sz="1600" dirty="0">
                <a:latin typeface="Quicksand Medium"/>
              </a:rPr>
              <a:t> de GitHub, crea/actualiza usuario y genera JWT.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lvl="1"/>
            <a:endParaRPr lang="es-ES" sz="1600" dirty="0">
              <a:latin typeface="Quicksand Medium"/>
            </a:endParaRPr>
          </a:p>
          <a:p>
            <a:pPr lvl="1"/>
            <a:endParaRPr lang="es-ES" sz="1600" dirty="0">
              <a:latin typeface="Quicksand Medium"/>
            </a:endParaRPr>
          </a:p>
          <a:p>
            <a:pPr lvl="1"/>
            <a:endParaRPr lang="es-ES" sz="1600" dirty="0">
              <a:latin typeface="Quicksand Medium"/>
            </a:endParaRPr>
          </a:p>
          <a:p>
            <a:pPr lvl="1"/>
            <a:endParaRPr lang="es-ES" sz="1600" dirty="0">
              <a:latin typeface="Quicksand Medium"/>
            </a:endParaRP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Búsqueda de destinos (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/api/destinos → búsqueda por texto y filtros.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</a:t>
            </a:r>
            <a:r>
              <a:rPr lang="es-ES" sz="1600" dirty="0" err="1">
                <a:latin typeface="Quicksand Medium"/>
              </a:rPr>
              <a:t>categorias</a:t>
            </a:r>
            <a:r>
              <a:rPr lang="es-ES" sz="1600" dirty="0">
                <a:latin typeface="Quicksand Medium"/>
              </a:rPr>
              <a:t> → obtiene categorías.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Recomendaciones: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</a:t>
            </a:r>
            <a:r>
              <a:rPr lang="es-ES" sz="1600" dirty="0" err="1">
                <a:latin typeface="Quicksand Medium"/>
              </a:rPr>
              <a:t>recomendador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rank</a:t>
            </a:r>
            <a:r>
              <a:rPr lang="es-ES" sz="1600" dirty="0">
                <a:latin typeface="Quicksand Medium"/>
              </a:rPr>
              <a:t> → llama a GET /</a:t>
            </a:r>
            <a:r>
              <a:rPr lang="es-ES" sz="1600" dirty="0" err="1">
                <a:latin typeface="Quicksand Medium"/>
              </a:rPr>
              <a:t>rank</a:t>
            </a:r>
            <a:r>
              <a:rPr lang="es-ES" sz="1600" dirty="0">
                <a:latin typeface="Quicksand Medium"/>
              </a:rPr>
              <a:t> del </a:t>
            </a:r>
            <a:r>
              <a:rPr lang="es-ES" sz="1600" dirty="0" err="1">
                <a:latin typeface="Quicksand Medium"/>
              </a:rPr>
              <a:t>Recommender</a:t>
            </a:r>
            <a:r>
              <a:rPr lang="es-ES" sz="1600" dirty="0">
                <a:latin typeface="Quicksand Medium"/>
              </a:rPr>
              <a:t> pasando </a:t>
            </a:r>
            <a:r>
              <a:rPr lang="es-ES" sz="1600" dirty="0" err="1">
                <a:latin typeface="Quicksand Medium"/>
              </a:rPr>
              <a:t>usuarioId</a:t>
            </a:r>
            <a:r>
              <a:rPr lang="es-ES" sz="1600" dirty="0">
                <a:latin typeface="Quicksand Medium"/>
              </a:rPr>
              <a:t>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Gestión de favoritos (PostgreSQL + 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</a:t>
            </a:r>
            <a:r>
              <a:rPr lang="es-ES" sz="1600" dirty="0" err="1">
                <a:latin typeface="Quicksand Medium"/>
              </a:rPr>
              <a:t>favoritos?userId</a:t>
            </a:r>
            <a:r>
              <a:rPr lang="es-ES" sz="1600" dirty="0">
                <a:latin typeface="Quicksand Medium"/>
              </a:rPr>
              <a:t>=… → lista favoritos (solo </a:t>
            </a:r>
            <a:r>
              <a:rPr lang="es-ES" sz="1600" dirty="0" err="1">
                <a:latin typeface="Quicksand Medium"/>
              </a:rPr>
              <a:t>IDs</a:t>
            </a:r>
            <a:r>
              <a:rPr lang="es-ES" sz="1600" dirty="0">
                <a:latin typeface="Quicksand Medium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/api/favoritos/</a:t>
            </a:r>
            <a:r>
              <a:rPr lang="es-ES" sz="1600" dirty="0" err="1">
                <a:latin typeface="Quicksand Medium"/>
              </a:rPr>
              <a:t>full?userId</a:t>
            </a:r>
            <a:r>
              <a:rPr lang="es-ES" sz="1600" dirty="0">
                <a:latin typeface="Quicksand Medium"/>
              </a:rPr>
              <a:t>=… → favoritos enriquecidos con datos de 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POST /api/favoritos → añade un favorito { </a:t>
            </a:r>
            <a:r>
              <a:rPr lang="es-ES" sz="1600" dirty="0" err="1">
                <a:latin typeface="Quicksand Medium"/>
              </a:rPr>
              <a:t>userId</a:t>
            </a:r>
            <a:r>
              <a:rPr lang="es-ES" sz="1600" dirty="0">
                <a:latin typeface="Quicksand Medium"/>
              </a:rPr>
              <a:t>, </a:t>
            </a:r>
            <a:r>
              <a:rPr lang="es-ES" sz="1600" dirty="0" err="1">
                <a:latin typeface="Quicksand Medium"/>
              </a:rPr>
              <a:t>destinoId</a:t>
            </a:r>
            <a:r>
              <a:rPr lang="es-ES" sz="1600" dirty="0">
                <a:latin typeface="Quicksand Medium"/>
              </a:rPr>
              <a:t> }.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DELETE /api/favoritos/:id → elimina un favorito por id.</a:t>
            </a:r>
          </a:p>
        </p:txBody>
      </p:sp>
    </p:spTree>
    <p:extLst>
      <p:ext uri="{BB962C8B-B14F-4D97-AF65-F5344CB8AC3E}">
        <p14:creationId xmlns:p14="http://schemas.microsoft.com/office/powerpoint/2010/main" val="239790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A87C-A9E2-7AE8-9A00-9C8BF381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76BE-9035-071C-43C8-BFE75C124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solidFill>
                  <a:schemeClr val="dk1"/>
                </a:solidFill>
              </a:rPr>
              <a:t>APIs</a:t>
            </a:r>
            <a:r>
              <a:rPr lang="es-ES" dirty="0">
                <a:solidFill>
                  <a:schemeClr val="dk1"/>
                </a:solidFill>
              </a:rPr>
              <a:t> y Modelo de datos (II)</a:t>
            </a:r>
            <a:endParaRPr lang="es-E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F4778-7BE9-FDA6-28ED-885554A56BDB}"/>
              </a:ext>
            </a:extLst>
          </p:cNvPr>
          <p:cNvSpPr txBox="1"/>
          <p:nvPr/>
        </p:nvSpPr>
        <p:spPr>
          <a:xfrm>
            <a:off x="957001" y="1426865"/>
            <a:ext cx="10277999" cy="612475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s-ES" sz="2000" b="1" dirty="0" err="1">
                <a:latin typeface="Quicksand Medium"/>
              </a:rPr>
              <a:t>Recommender</a:t>
            </a:r>
            <a:r>
              <a:rPr lang="es-ES" sz="2000" b="1" dirty="0">
                <a:latin typeface="Quicksand Medium"/>
              </a:rPr>
              <a:t> (</a:t>
            </a:r>
            <a:r>
              <a:rPr lang="es-ES" sz="2000" b="1" dirty="0" err="1">
                <a:latin typeface="Quicksand Medium"/>
              </a:rPr>
              <a:t>FastAPI</a:t>
            </a:r>
            <a:r>
              <a:rPr lang="es-ES" sz="2000" b="1" dirty="0">
                <a:latin typeface="Quicksand Medium"/>
              </a:rPr>
              <a:t>, Python):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latin typeface="Quicksand Medium"/>
              </a:rPr>
              <a:t>Healthcheck</a:t>
            </a:r>
            <a:r>
              <a:rPr lang="es-ES" sz="1600" dirty="0">
                <a:latin typeface="Quicksand Medium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GET /</a:t>
            </a:r>
            <a:r>
              <a:rPr lang="es-ES" sz="1600" dirty="0" err="1">
                <a:latin typeface="Quicksand Medium"/>
              </a:rPr>
              <a:t>health</a:t>
            </a:r>
            <a:r>
              <a:rPr lang="es-ES" sz="1600" dirty="0">
                <a:latin typeface="Quicksand Medium"/>
              </a:rPr>
              <a:t> → comprueba PostgreSQL + 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Recomendaciones: GET /</a:t>
            </a:r>
            <a:r>
              <a:rPr lang="es-ES" sz="1600" dirty="0" err="1">
                <a:latin typeface="Quicksand Medium"/>
              </a:rPr>
              <a:t>rank?usuarioId</a:t>
            </a:r>
            <a:r>
              <a:rPr lang="es-ES" sz="1600" dirty="0">
                <a:latin typeface="Quicksand Medium"/>
              </a:rPr>
              <a:t>=…&amp;</a:t>
            </a:r>
            <a:r>
              <a:rPr lang="es-ES" sz="1600" dirty="0" err="1">
                <a:latin typeface="Quicksand Medium"/>
              </a:rPr>
              <a:t>size</a:t>
            </a:r>
            <a:r>
              <a:rPr lang="es-ES" sz="1600" dirty="0">
                <a:latin typeface="Quicksand Medium"/>
              </a:rPr>
              <a:t>=…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Sin </a:t>
            </a:r>
            <a:r>
              <a:rPr lang="es-ES" sz="1600" dirty="0" err="1">
                <a:latin typeface="Quicksand Medium"/>
              </a:rPr>
              <a:t>usuarioId</a:t>
            </a:r>
            <a:r>
              <a:rPr lang="es-ES" sz="1600" dirty="0">
                <a:latin typeface="Quicksand Medium"/>
              </a:rPr>
              <a:t> → recomendaciones genéricas.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Con </a:t>
            </a:r>
            <a:r>
              <a:rPr lang="es-ES" sz="1600" dirty="0" err="1">
                <a:latin typeface="Quicksand Medium"/>
              </a:rPr>
              <a:t>usuarioId</a:t>
            </a:r>
            <a:r>
              <a:rPr lang="es-ES" sz="1600" dirty="0">
                <a:latin typeface="Quicksand Medium"/>
              </a:rPr>
              <a:t> → reordena candidatos según favoritos (categoría, municipio, territorio).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Documentación: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Documentación </a:t>
            </a:r>
            <a:r>
              <a:rPr lang="es-ES" sz="1600" dirty="0" err="1">
                <a:latin typeface="Quicksand Medium"/>
              </a:rPr>
              <a:t>OpenAPI</a:t>
            </a:r>
            <a:r>
              <a:rPr lang="es-ES" sz="1600" dirty="0">
                <a:latin typeface="Quicksand Medium"/>
              </a:rPr>
              <a:t>/</a:t>
            </a:r>
            <a:r>
              <a:rPr lang="es-ES" sz="1600" dirty="0" err="1">
                <a:latin typeface="Quicksand Medium"/>
              </a:rPr>
              <a:t>Swagger</a:t>
            </a:r>
            <a:r>
              <a:rPr lang="es-ES" sz="1600" dirty="0">
                <a:latin typeface="Quicksand Medium"/>
              </a:rPr>
              <a:t> generada automáticamente por </a:t>
            </a:r>
            <a:r>
              <a:rPr lang="es-ES" sz="1600" dirty="0" err="1">
                <a:latin typeface="Quicksand Medium"/>
              </a:rPr>
              <a:t>FastAPI</a:t>
            </a:r>
            <a:r>
              <a:rPr lang="es-ES" sz="1600" dirty="0">
                <a:latin typeface="Quicksand Medium"/>
              </a:rPr>
              <a:t> en GET /docs.</a:t>
            </a: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endParaRPr lang="es-ES" sz="1600" dirty="0">
              <a:latin typeface="Quicksand Medium"/>
            </a:endParaRPr>
          </a:p>
          <a:p>
            <a:r>
              <a:rPr lang="es-ES" sz="2000" b="1" dirty="0">
                <a:latin typeface="Quicksand Medium"/>
              </a:rPr>
              <a:t>Modelo de datos: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PostgreSQL: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Tabla </a:t>
            </a:r>
            <a:r>
              <a:rPr lang="es-ES" sz="1600" dirty="0" err="1">
                <a:latin typeface="Quicksand Medium"/>
              </a:rPr>
              <a:t>users</a:t>
            </a:r>
            <a:r>
              <a:rPr lang="es-ES" sz="1600" dirty="0">
                <a:latin typeface="Quicksand Medium"/>
              </a:rPr>
              <a:t> → usuarios registrados (email, nombre, </a:t>
            </a:r>
            <a:r>
              <a:rPr lang="es-ES" sz="1600" dirty="0" err="1">
                <a:latin typeface="Quicksand Medium"/>
              </a:rPr>
              <a:t>password_hash</a:t>
            </a:r>
            <a:r>
              <a:rPr lang="es-ES" sz="1600" dirty="0">
                <a:latin typeface="Quicksand Medium"/>
              </a:rPr>
              <a:t>, fechas…).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Tabla favoritos → relación </a:t>
            </a:r>
            <a:r>
              <a:rPr lang="es-ES" sz="1600" dirty="0" err="1">
                <a:latin typeface="Quicksand Medium"/>
              </a:rPr>
              <a:t>user_id</a:t>
            </a:r>
            <a:r>
              <a:rPr lang="es-ES" sz="1600" dirty="0">
                <a:latin typeface="Quicksand Medium"/>
              </a:rPr>
              <a:t> ↔ </a:t>
            </a:r>
            <a:r>
              <a:rPr lang="es-ES" sz="1600" dirty="0" err="1">
                <a:latin typeface="Quicksand Medium"/>
              </a:rPr>
              <a:t>destino_id</a:t>
            </a:r>
            <a:r>
              <a:rPr lang="es-ES" sz="1600" dirty="0">
                <a:latin typeface="Quicksand Medium"/>
              </a:rPr>
              <a:t> (clave compuesta para evitar duplicados).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Índice destinos con documentos que incluyen: id, nombre, </a:t>
            </a:r>
            <a:r>
              <a:rPr lang="es-ES" sz="1600" dirty="0" err="1">
                <a:latin typeface="Quicksand Medium"/>
              </a:rPr>
              <a:t>descripcion</a:t>
            </a:r>
            <a:r>
              <a:rPr lang="es-ES" sz="1600" dirty="0">
                <a:latin typeface="Quicksand Medium"/>
              </a:rPr>
              <a:t>, </a:t>
            </a:r>
            <a:r>
              <a:rPr lang="es-ES" sz="1600" dirty="0" err="1">
                <a:latin typeface="Quicksand Medium"/>
              </a:rPr>
              <a:t>tipo_recurso</a:t>
            </a:r>
            <a:r>
              <a:rPr lang="es-ES" sz="1600" dirty="0">
                <a:latin typeface="Quicksand Medium"/>
              </a:rPr>
              <a:t>, </a:t>
            </a:r>
            <a:r>
              <a:rPr lang="es-ES" sz="1600" dirty="0" err="1">
                <a:latin typeface="Quicksand Medium"/>
              </a:rPr>
              <a:t>categoria</a:t>
            </a:r>
            <a:r>
              <a:rPr lang="es-ES" sz="1600" dirty="0">
                <a:latin typeface="Quicksand Medium"/>
              </a:rPr>
              <a:t>, municipio, territorio, </a:t>
            </a:r>
            <a:r>
              <a:rPr lang="es-ES" sz="1600" dirty="0" err="1">
                <a:latin typeface="Quicksand Medium"/>
              </a:rPr>
              <a:t>source_dataset</a:t>
            </a:r>
            <a:r>
              <a:rPr lang="es-ES" sz="1600" dirty="0">
                <a:latin typeface="Quicksand Medium"/>
              </a:rPr>
              <a:t>, </a:t>
            </a:r>
            <a:r>
              <a:rPr lang="es-ES" sz="1600" dirty="0" err="1">
                <a:latin typeface="Quicksand Medium"/>
              </a:rPr>
              <a:t>coords</a:t>
            </a:r>
            <a:r>
              <a:rPr lang="es-ES" sz="1600" dirty="0">
                <a:latin typeface="Quicksand Medium"/>
              </a:rPr>
              <a:t>, </a:t>
            </a:r>
            <a:r>
              <a:rPr lang="es-ES" sz="1600" dirty="0" err="1">
                <a:latin typeface="Quicksand Medium"/>
              </a:rPr>
              <a:t>raw_properties</a:t>
            </a:r>
            <a:r>
              <a:rPr lang="es-ES" sz="1600" dirty="0">
                <a:latin typeface="Quicksand Medium"/>
              </a:rPr>
              <a:t>.*, etc.</a:t>
            </a:r>
          </a:p>
          <a:p>
            <a:pPr lvl="1"/>
            <a:endParaRPr lang="es-ES" sz="1600" dirty="0">
              <a:latin typeface="Quicksand Mediu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Data pipeline (</a:t>
            </a:r>
            <a:r>
              <a:rPr lang="es-ES" sz="1600" dirty="0" err="1">
                <a:latin typeface="Quicksand Medium"/>
              </a:rPr>
              <a:t>OpenDataEuskadi</a:t>
            </a:r>
            <a:r>
              <a:rPr lang="es-ES" sz="1600" dirty="0">
                <a:latin typeface="Quicksand Medium"/>
              </a:rPr>
              <a:t> → ES):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Quicksand Medium"/>
              </a:rPr>
              <a:t>Script fetch_opendata_turismo.py que descarga </a:t>
            </a:r>
            <a:r>
              <a:rPr lang="es-ES" sz="1600" dirty="0" err="1">
                <a:latin typeface="Quicksand Medium"/>
              </a:rPr>
              <a:t>datasets</a:t>
            </a:r>
            <a:r>
              <a:rPr lang="es-ES" sz="1600" dirty="0">
                <a:latin typeface="Quicksand Medium"/>
              </a:rPr>
              <a:t> públicos, extrae campos relevantes e indexa todos los documentos a </a:t>
            </a:r>
            <a:r>
              <a:rPr lang="es-ES" sz="1600" dirty="0" err="1">
                <a:latin typeface="Quicksand Medium"/>
              </a:rPr>
              <a:t>ElasticSearch</a:t>
            </a:r>
            <a:r>
              <a:rPr lang="es-ES" sz="1600" dirty="0">
                <a:latin typeface="Quicksand Medium"/>
              </a:rPr>
              <a:t>.</a:t>
            </a:r>
          </a:p>
          <a:p>
            <a:endParaRPr lang="es-ES" sz="1600" dirty="0">
              <a:latin typeface="Quicksan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7543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569D35A6-2BEC-EF13-3FE9-106F09B9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>
            <a:extLst>
              <a:ext uri="{FF2B5EF4-FFF2-40B4-BE49-F238E27FC236}">
                <a16:creationId xmlns:a16="http://schemas.microsoft.com/office/drawing/2014/main" id="{AB7089DB-3EDB-3623-1605-E6D3CDDFB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6800" y="2181000"/>
            <a:ext cx="6758400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>
                <a:solidFill>
                  <a:schemeClr val="dk1"/>
                </a:solidFill>
              </a:rPr>
              <a:t>Arquitectura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1">
            <a:extLst>
              <a:ext uri="{FF2B5EF4-FFF2-40B4-BE49-F238E27FC236}">
                <a16:creationId xmlns:a16="http://schemas.microsoft.com/office/drawing/2014/main" id="{02D716EC-3F7D-3DC8-D2E7-8B94F5C3871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8455" y="964936"/>
            <a:ext cx="1535091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  <p:grpSp>
        <p:nvGrpSpPr>
          <p:cNvPr id="555" name="Google Shape;555;p41">
            <a:extLst>
              <a:ext uri="{FF2B5EF4-FFF2-40B4-BE49-F238E27FC236}">
                <a16:creationId xmlns:a16="http://schemas.microsoft.com/office/drawing/2014/main" id="{FC1D4EF1-5F7D-3FAC-765F-D7FB77A665BF}"/>
              </a:ext>
            </a:extLst>
          </p:cNvPr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>
              <a:extLst>
                <a:ext uri="{FF2B5EF4-FFF2-40B4-BE49-F238E27FC236}">
                  <a16:creationId xmlns:a16="http://schemas.microsoft.com/office/drawing/2014/main" id="{52ADCA72-94D1-3305-A091-B96391863060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>
              <a:extLst>
                <a:ext uri="{FF2B5EF4-FFF2-40B4-BE49-F238E27FC236}">
                  <a16:creationId xmlns:a16="http://schemas.microsoft.com/office/drawing/2014/main" id="{68202BAD-5181-171E-5549-A6437489E139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>
              <a:extLst>
                <a:ext uri="{FF2B5EF4-FFF2-40B4-BE49-F238E27FC236}">
                  <a16:creationId xmlns:a16="http://schemas.microsoft.com/office/drawing/2014/main" id="{E4BC5163-489B-33EA-A2D4-F3F2F9F9805F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>
              <a:extLst>
                <a:ext uri="{FF2B5EF4-FFF2-40B4-BE49-F238E27FC236}">
                  <a16:creationId xmlns:a16="http://schemas.microsoft.com/office/drawing/2014/main" id="{A2495823-80F1-9855-311D-46B4DD1D4252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>
              <a:extLst>
                <a:ext uri="{FF2B5EF4-FFF2-40B4-BE49-F238E27FC236}">
                  <a16:creationId xmlns:a16="http://schemas.microsoft.com/office/drawing/2014/main" id="{11C352A9-CDAB-0CBC-B8E6-52E3C0E8C8DF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>
              <a:extLst>
                <a:ext uri="{FF2B5EF4-FFF2-40B4-BE49-F238E27FC236}">
                  <a16:creationId xmlns:a16="http://schemas.microsoft.com/office/drawing/2014/main" id="{D3897B8F-0E73-A192-A1A3-CB9CEE0F1002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>
              <a:extLst>
                <a:ext uri="{FF2B5EF4-FFF2-40B4-BE49-F238E27FC236}">
                  <a16:creationId xmlns:a16="http://schemas.microsoft.com/office/drawing/2014/main" id="{E37CAC46-E52C-E30B-C33B-37A50A4E4548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>
              <a:extLst>
                <a:ext uri="{FF2B5EF4-FFF2-40B4-BE49-F238E27FC236}">
                  <a16:creationId xmlns:a16="http://schemas.microsoft.com/office/drawing/2014/main" id="{EFDD37CD-4C10-068F-7F1C-428A9FF88024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>
              <a:extLst>
                <a:ext uri="{FF2B5EF4-FFF2-40B4-BE49-F238E27FC236}">
                  <a16:creationId xmlns:a16="http://schemas.microsoft.com/office/drawing/2014/main" id="{36CB3D3C-E107-617A-406A-E7D7632B89A6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>
              <a:extLst>
                <a:ext uri="{FF2B5EF4-FFF2-40B4-BE49-F238E27FC236}">
                  <a16:creationId xmlns:a16="http://schemas.microsoft.com/office/drawing/2014/main" id="{D09B64E9-4707-0CD5-B889-C3118C4E741E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>
              <a:extLst>
                <a:ext uri="{FF2B5EF4-FFF2-40B4-BE49-F238E27FC236}">
                  <a16:creationId xmlns:a16="http://schemas.microsoft.com/office/drawing/2014/main" id="{73E5C15F-CA43-410D-A6DA-D7CB98E1727B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>
              <a:extLst>
                <a:ext uri="{FF2B5EF4-FFF2-40B4-BE49-F238E27FC236}">
                  <a16:creationId xmlns:a16="http://schemas.microsoft.com/office/drawing/2014/main" id="{1FAAB56E-DABD-64EB-04FF-2206253047B1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>
              <a:extLst>
                <a:ext uri="{FF2B5EF4-FFF2-40B4-BE49-F238E27FC236}">
                  <a16:creationId xmlns:a16="http://schemas.microsoft.com/office/drawing/2014/main" id="{DA5B1526-1260-88D2-1ED3-CEE8C8600A92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>
              <a:extLst>
                <a:ext uri="{FF2B5EF4-FFF2-40B4-BE49-F238E27FC236}">
                  <a16:creationId xmlns:a16="http://schemas.microsoft.com/office/drawing/2014/main" id="{AFEE4DD0-6414-6E8A-4B88-BE1B2B2D154F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>
              <a:extLst>
                <a:ext uri="{FF2B5EF4-FFF2-40B4-BE49-F238E27FC236}">
                  <a16:creationId xmlns:a16="http://schemas.microsoft.com/office/drawing/2014/main" id="{09B5332C-706B-F565-D460-E0146CE5E3AB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>
              <a:extLst>
                <a:ext uri="{FF2B5EF4-FFF2-40B4-BE49-F238E27FC236}">
                  <a16:creationId xmlns:a16="http://schemas.microsoft.com/office/drawing/2014/main" id="{3A3FDCE9-5667-E72E-063D-A2DC17AB3569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>
              <a:extLst>
                <a:ext uri="{FF2B5EF4-FFF2-40B4-BE49-F238E27FC236}">
                  <a16:creationId xmlns:a16="http://schemas.microsoft.com/office/drawing/2014/main" id="{82E0DF37-3268-411C-A69B-5EB3FA607C2A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>
              <a:extLst>
                <a:ext uri="{FF2B5EF4-FFF2-40B4-BE49-F238E27FC236}">
                  <a16:creationId xmlns:a16="http://schemas.microsoft.com/office/drawing/2014/main" id="{840E6247-6AD7-01EB-DDD8-0A5327560879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>
              <a:extLst>
                <a:ext uri="{FF2B5EF4-FFF2-40B4-BE49-F238E27FC236}">
                  <a16:creationId xmlns:a16="http://schemas.microsoft.com/office/drawing/2014/main" id="{B1A868D9-841D-CA21-CDE8-3BF5BB2FB934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69C4B19-3941-3D12-D597-00D1FA68442A}"/>
              </a:ext>
            </a:extLst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0A01D54-0619-B3F7-C837-1C6E97B8B4AC}"/>
              </a:ext>
            </a:extLst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>
            <a:extLst>
              <a:ext uri="{FF2B5EF4-FFF2-40B4-BE49-F238E27FC236}">
                <a16:creationId xmlns:a16="http://schemas.microsoft.com/office/drawing/2014/main" id="{2D5DD730-3E28-E9F2-3BEC-80C01FB12A3A}"/>
              </a:ext>
            </a:extLst>
          </p:cNvPr>
          <p:cNvGrpSpPr/>
          <p:nvPr/>
        </p:nvGrpSpPr>
        <p:grpSpPr>
          <a:xfrm rot="612448">
            <a:off x="9546496" y="2968687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>
              <a:extLst>
                <a:ext uri="{FF2B5EF4-FFF2-40B4-BE49-F238E27FC236}">
                  <a16:creationId xmlns:a16="http://schemas.microsoft.com/office/drawing/2014/main" id="{53138455-2080-78C6-7998-EA6E7DF844B2}"/>
                </a:ext>
              </a:extLst>
            </p:cNvPr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>
              <a:extLst>
                <a:ext uri="{FF2B5EF4-FFF2-40B4-BE49-F238E27FC236}">
                  <a16:creationId xmlns:a16="http://schemas.microsoft.com/office/drawing/2014/main" id="{EF4CE8AE-76F1-D5F4-ACFB-EEA5A642CE68}"/>
                </a:ext>
              </a:extLst>
            </p:cNvPr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>
              <a:extLst>
                <a:ext uri="{FF2B5EF4-FFF2-40B4-BE49-F238E27FC236}">
                  <a16:creationId xmlns:a16="http://schemas.microsoft.com/office/drawing/2014/main" id="{21D51038-8961-32EA-6A3B-3952FAB77E7E}"/>
                </a:ext>
              </a:extLst>
            </p:cNvPr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>
              <a:extLst>
                <a:ext uri="{FF2B5EF4-FFF2-40B4-BE49-F238E27FC236}">
                  <a16:creationId xmlns:a16="http://schemas.microsoft.com/office/drawing/2014/main" id="{557B272B-4846-ECA5-40C1-BF5B1082741C}"/>
                </a:ext>
              </a:extLst>
            </p:cNvPr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>
              <a:extLst>
                <a:ext uri="{FF2B5EF4-FFF2-40B4-BE49-F238E27FC236}">
                  <a16:creationId xmlns:a16="http://schemas.microsoft.com/office/drawing/2014/main" id="{A8FE82DD-2DA0-4E26-A5A0-365BB9F86008}"/>
                </a:ext>
              </a:extLst>
            </p:cNvPr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>
              <a:extLst>
                <a:ext uri="{FF2B5EF4-FFF2-40B4-BE49-F238E27FC236}">
                  <a16:creationId xmlns:a16="http://schemas.microsoft.com/office/drawing/2014/main" id="{17AD332D-BDAA-0BB4-BFD3-24304861CB99}"/>
                </a:ext>
              </a:extLst>
            </p:cNvPr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>
              <a:extLst>
                <a:ext uri="{FF2B5EF4-FFF2-40B4-BE49-F238E27FC236}">
                  <a16:creationId xmlns:a16="http://schemas.microsoft.com/office/drawing/2014/main" id="{C3870D92-49E8-5D77-285B-B215BC2664DD}"/>
                </a:ext>
              </a:extLst>
            </p:cNvPr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>
              <a:extLst>
                <a:ext uri="{FF2B5EF4-FFF2-40B4-BE49-F238E27FC236}">
                  <a16:creationId xmlns:a16="http://schemas.microsoft.com/office/drawing/2014/main" id="{A82B7D84-44BE-FF58-397F-04BB9D8CDEB9}"/>
                </a:ext>
              </a:extLst>
            </p:cNvPr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>
              <a:extLst>
                <a:ext uri="{FF2B5EF4-FFF2-40B4-BE49-F238E27FC236}">
                  <a16:creationId xmlns:a16="http://schemas.microsoft.com/office/drawing/2014/main" id="{1A2BC510-C0FF-6230-AC3C-2CB6CA0FD0DD}"/>
                </a:ext>
              </a:extLst>
            </p:cNvPr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>
              <a:extLst>
                <a:ext uri="{FF2B5EF4-FFF2-40B4-BE49-F238E27FC236}">
                  <a16:creationId xmlns:a16="http://schemas.microsoft.com/office/drawing/2014/main" id="{E8EC4E0E-292D-D11D-8673-B77F167A493C}"/>
                </a:ext>
              </a:extLst>
            </p:cNvPr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>
              <a:extLst>
                <a:ext uri="{FF2B5EF4-FFF2-40B4-BE49-F238E27FC236}">
                  <a16:creationId xmlns:a16="http://schemas.microsoft.com/office/drawing/2014/main" id="{159DA0B0-CAD8-077A-5903-F456FF61884C}"/>
                </a:ext>
              </a:extLst>
            </p:cNvPr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>
              <a:extLst>
                <a:ext uri="{FF2B5EF4-FFF2-40B4-BE49-F238E27FC236}">
                  <a16:creationId xmlns:a16="http://schemas.microsoft.com/office/drawing/2014/main" id="{15EA46FB-06E2-7929-056F-AF3C656BC02B}"/>
                </a:ext>
              </a:extLst>
            </p:cNvPr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>
              <a:extLst>
                <a:ext uri="{FF2B5EF4-FFF2-40B4-BE49-F238E27FC236}">
                  <a16:creationId xmlns:a16="http://schemas.microsoft.com/office/drawing/2014/main" id="{F3C84EC1-90FB-047D-7165-27219B610F2C}"/>
                </a:ext>
              </a:extLst>
            </p:cNvPr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>
              <a:extLst>
                <a:ext uri="{FF2B5EF4-FFF2-40B4-BE49-F238E27FC236}">
                  <a16:creationId xmlns:a16="http://schemas.microsoft.com/office/drawing/2014/main" id="{E7F4DCA8-D6DE-C7D5-D1F4-B5BDF5BF0991}"/>
                </a:ext>
              </a:extLst>
            </p:cNvPr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>
              <a:extLst>
                <a:ext uri="{FF2B5EF4-FFF2-40B4-BE49-F238E27FC236}">
                  <a16:creationId xmlns:a16="http://schemas.microsoft.com/office/drawing/2014/main" id="{45D4705E-D50D-4B90-B557-4E5038524E11}"/>
                </a:ext>
              </a:extLst>
            </p:cNvPr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>
              <a:extLst>
                <a:ext uri="{FF2B5EF4-FFF2-40B4-BE49-F238E27FC236}">
                  <a16:creationId xmlns:a16="http://schemas.microsoft.com/office/drawing/2014/main" id="{7AF9BA55-AA38-61BB-AE95-6DF86F893512}"/>
                </a:ext>
              </a:extLst>
            </p:cNvPr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>
              <a:extLst>
                <a:ext uri="{FF2B5EF4-FFF2-40B4-BE49-F238E27FC236}">
                  <a16:creationId xmlns:a16="http://schemas.microsoft.com/office/drawing/2014/main" id="{25816567-3A61-C290-918C-317EFB42B24B}"/>
                </a:ext>
              </a:extLst>
            </p:cNvPr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>
              <a:extLst>
                <a:ext uri="{FF2B5EF4-FFF2-40B4-BE49-F238E27FC236}">
                  <a16:creationId xmlns:a16="http://schemas.microsoft.com/office/drawing/2014/main" id="{9409FAD1-A1E6-3403-E214-1D3FFCB409B4}"/>
                </a:ext>
              </a:extLst>
            </p:cNvPr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>
              <a:extLst>
                <a:ext uri="{FF2B5EF4-FFF2-40B4-BE49-F238E27FC236}">
                  <a16:creationId xmlns:a16="http://schemas.microsoft.com/office/drawing/2014/main" id="{8A7968F1-6D4E-8837-ABDC-7DD88E13EFA7}"/>
                </a:ext>
              </a:extLst>
            </p:cNvPr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>
              <a:extLst>
                <a:ext uri="{FF2B5EF4-FFF2-40B4-BE49-F238E27FC236}">
                  <a16:creationId xmlns:a16="http://schemas.microsoft.com/office/drawing/2014/main" id="{0AA5175A-3068-1082-ADBA-94F8A869C891}"/>
                </a:ext>
              </a:extLst>
            </p:cNvPr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4495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7327-6FA1-431C-0480-1EEAF591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E7CC-4CB0-9E70-308D-1CFB71C7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99" y="638636"/>
            <a:ext cx="10272000" cy="763600"/>
          </a:xfrm>
        </p:spPr>
        <p:txBody>
          <a:bodyPr/>
          <a:lstStyle/>
          <a:p>
            <a:r>
              <a:rPr lang="es-ES" dirty="0"/>
              <a:t>Arquitectura (I)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32B6C6A3-7EB8-D1C1-6C36-90B7B299E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12" y="1402964"/>
            <a:ext cx="11112574" cy="4081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9F17BC-8B78-2279-92E1-7D1C4BBBC9B4}"/>
              </a:ext>
            </a:extLst>
          </p:cNvPr>
          <p:cNvSpPr txBox="1"/>
          <p:nvPr/>
        </p:nvSpPr>
        <p:spPr>
          <a:xfrm>
            <a:off x="686749" y="5755353"/>
            <a:ext cx="10818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Quicksand Medium" panose="020B0604020202020204"/>
              </a:rPr>
              <a:t>Todos los servicios del </a:t>
            </a:r>
            <a:r>
              <a:rPr lang="es-ES" dirty="0" err="1">
                <a:latin typeface="Quicksand Medium" panose="020B0604020202020204"/>
              </a:rPr>
              <a:t>backend</a:t>
            </a:r>
            <a:r>
              <a:rPr lang="es-ES" dirty="0">
                <a:latin typeface="Quicksand Medium" panose="020B0604020202020204"/>
              </a:rPr>
              <a:t> se ejecutan como contenedores Docker y se orquestan mediante Docker </a:t>
            </a:r>
            <a:r>
              <a:rPr lang="es-ES" dirty="0" err="1">
                <a:latin typeface="Quicksand Medium" panose="020B0604020202020204"/>
              </a:rPr>
              <a:t>Compose</a:t>
            </a:r>
            <a:r>
              <a:rPr lang="es-ES" dirty="0">
                <a:latin typeface="Quicksand Medium" panose="020B0604020202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085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4F5FF-8F8E-D227-394D-05AC29AC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79810-6C40-F8E9-1FF6-F4CD28DB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99" y="638636"/>
            <a:ext cx="10272000" cy="763600"/>
          </a:xfrm>
        </p:spPr>
        <p:txBody>
          <a:bodyPr/>
          <a:lstStyle/>
          <a:p>
            <a:r>
              <a:rPr lang="es-ES" dirty="0"/>
              <a:t>Arquitectura (II)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A4BF7-2E85-9F7C-A56C-7888000B436C}"/>
              </a:ext>
            </a:extLst>
          </p:cNvPr>
          <p:cNvSpPr txBox="1"/>
          <p:nvPr/>
        </p:nvSpPr>
        <p:spPr>
          <a:xfrm>
            <a:off x="959999" y="1402236"/>
            <a:ext cx="10272000" cy="4976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 usuario accede a la SPA HTML en 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  <a:hlinkClick r:id="rId2"/>
              </a:rPr>
              <a:t>http://localhost:3000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Realiza una búsqueda → la SPA llama a GET /api/destinos en el Gateway.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Gateway consulta 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Elasticsearch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 y devuelve resultados ordenados por relevancia y filtrados.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 usuario marca destinos como favoritos → SPA llama a POST /api/favoritos → Gateway guarda en PostgreSQL.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 usuario solicita recomendaciones, SPA llama a GET /api/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recomendador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/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rank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 → el Gateway delega en el servicio 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recomendador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 (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FastAPI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).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 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recomendador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 combina información de favoritos en PostgreSQL y candidatos en </a:t>
            </a:r>
            <a:r>
              <a:rPr lang="es-ES" altLang="es-ES" sz="1867" kern="0" dirty="0" err="1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Elasticsearch</a:t>
            </a: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, calcula un ranking y devuelve la lista al Gateway.</a:t>
            </a: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s-ES" altLang="es-ES" sz="1867" kern="0" dirty="0">
              <a:solidFill>
                <a:srgbClr val="0E1A3F"/>
              </a:solidFill>
              <a:latin typeface="Quicksand Medium" panose="020B0604020202020204" charset="0"/>
              <a:cs typeface="Arial"/>
              <a:sym typeface="Arial"/>
            </a:endParaRPr>
          </a:p>
          <a:p>
            <a:pPr marL="457200" indent="-457200" defTabSz="121917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" altLang="es-ES" sz="1867" kern="0" dirty="0">
                <a:solidFill>
                  <a:srgbClr val="0E1A3F"/>
                </a:solidFill>
                <a:latin typeface="Quicksand Medium" panose="020B0604020202020204" charset="0"/>
                <a:cs typeface="Arial"/>
                <a:sym typeface="Arial"/>
              </a:rPr>
              <a:t>El Gateway responde al cliente con las recomendaciones en JSON, que se renderizan dinámicamente en la SPA sin recargar la página.</a:t>
            </a:r>
          </a:p>
        </p:txBody>
      </p:sp>
    </p:spTree>
    <p:extLst>
      <p:ext uri="{BB962C8B-B14F-4D97-AF65-F5344CB8AC3E}">
        <p14:creationId xmlns:p14="http://schemas.microsoft.com/office/powerpoint/2010/main" val="389656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4CAE1C2E-ABF7-9244-82FF-343FBAE2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>
            <a:extLst>
              <a:ext uri="{FF2B5EF4-FFF2-40B4-BE49-F238E27FC236}">
                <a16:creationId xmlns:a16="http://schemas.microsoft.com/office/drawing/2014/main" id="{19CBBD75-EFA8-9FDB-5FF4-70EE6CAC1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6800" y="2444964"/>
            <a:ext cx="6758400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>
                <a:solidFill>
                  <a:schemeClr val="dk1"/>
                </a:solidFill>
              </a:rPr>
              <a:t>Lecciones aprendidas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1">
            <a:extLst>
              <a:ext uri="{FF2B5EF4-FFF2-40B4-BE49-F238E27FC236}">
                <a16:creationId xmlns:a16="http://schemas.microsoft.com/office/drawing/2014/main" id="{EE832EE6-8145-1FD8-51CF-101E11D3666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28455" y="979941"/>
            <a:ext cx="1535091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grpSp>
        <p:nvGrpSpPr>
          <p:cNvPr id="555" name="Google Shape;555;p41">
            <a:extLst>
              <a:ext uri="{FF2B5EF4-FFF2-40B4-BE49-F238E27FC236}">
                <a16:creationId xmlns:a16="http://schemas.microsoft.com/office/drawing/2014/main" id="{A918E4A1-EA78-D5A4-1A8D-EC462FED211D}"/>
              </a:ext>
            </a:extLst>
          </p:cNvPr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>
              <a:extLst>
                <a:ext uri="{FF2B5EF4-FFF2-40B4-BE49-F238E27FC236}">
                  <a16:creationId xmlns:a16="http://schemas.microsoft.com/office/drawing/2014/main" id="{E4BC54C5-9DFE-8FAA-B707-D1D361DA4E31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>
              <a:extLst>
                <a:ext uri="{FF2B5EF4-FFF2-40B4-BE49-F238E27FC236}">
                  <a16:creationId xmlns:a16="http://schemas.microsoft.com/office/drawing/2014/main" id="{6BE278BD-E619-7424-FA31-0B16EB128050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>
              <a:extLst>
                <a:ext uri="{FF2B5EF4-FFF2-40B4-BE49-F238E27FC236}">
                  <a16:creationId xmlns:a16="http://schemas.microsoft.com/office/drawing/2014/main" id="{81B51D78-953D-E48D-70D2-33E102896923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>
              <a:extLst>
                <a:ext uri="{FF2B5EF4-FFF2-40B4-BE49-F238E27FC236}">
                  <a16:creationId xmlns:a16="http://schemas.microsoft.com/office/drawing/2014/main" id="{9B1A5F70-AB9D-DBD5-9358-E0414329BD0C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>
              <a:extLst>
                <a:ext uri="{FF2B5EF4-FFF2-40B4-BE49-F238E27FC236}">
                  <a16:creationId xmlns:a16="http://schemas.microsoft.com/office/drawing/2014/main" id="{24DDC499-6D04-49DC-376E-0987E1434B77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>
              <a:extLst>
                <a:ext uri="{FF2B5EF4-FFF2-40B4-BE49-F238E27FC236}">
                  <a16:creationId xmlns:a16="http://schemas.microsoft.com/office/drawing/2014/main" id="{A2D0A160-D448-256F-D29F-DEA5595D2F99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>
              <a:extLst>
                <a:ext uri="{FF2B5EF4-FFF2-40B4-BE49-F238E27FC236}">
                  <a16:creationId xmlns:a16="http://schemas.microsoft.com/office/drawing/2014/main" id="{A6A308FF-5335-8409-C7FA-10F377C0FF13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>
              <a:extLst>
                <a:ext uri="{FF2B5EF4-FFF2-40B4-BE49-F238E27FC236}">
                  <a16:creationId xmlns:a16="http://schemas.microsoft.com/office/drawing/2014/main" id="{E33E9E31-7634-1AF2-8156-0B760431C9B4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>
              <a:extLst>
                <a:ext uri="{FF2B5EF4-FFF2-40B4-BE49-F238E27FC236}">
                  <a16:creationId xmlns:a16="http://schemas.microsoft.com/office/drawing/2014/main" id="{84714409-0D3E-3CA3-4624-91B872F15E18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>
              <a:extLst>
                <a:ext uri="{FF2B5EF4-FFF2-40B4-BE49-F238E27FC236}">
                  <a16:creationId xmlns:a16="http://schemas.microsoft.com/office/drawing/2014/main" id="{2D49AB7F-87B4-2B32-1C9B-D7AFFB4EB71E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>
              <a:extLst>
                <a:ext uri="{FF2B5EF4-FFF2-40B4-BE49-F238E27FC236}">
                  <a16:creationId xmlns:a16="http://schemas.microsoft.com/office/drawing/2014/main" id="{557743CA-ADA2-FE2A-FDB1-DCAEA5B021D2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>
              <a:extLst>
                <a:ext uri="{FF2B5EF4-FFF2-40B4-BE49-F238E27FC236}">
                  <a16:creationId xmlns:a16="http://schemas.microsoft.com/office/drawing/2014/main" id="{41FC970C-2E5F-455A-2952-EC7A574506AB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>
              <a:extLst>
                <a:ext uri="{FF2B5EF4-FFF2-40B4-BE49-F238E27FC236}">
                  <a16:creationId xmlns:a16="http://schemas.microsoft.com/office/drawing/2014/main" id="{CA21CAA6-D229-563A-8EE9-604148BA6E7F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>
              <a:extLst>
                <a:ext uri="{FF2B5EF4-FFF2-40B4-BE49-F238E27FC236}">
                  <a16:creationId xmlns:a16="http://schemas.microsoft.com/office/drawing/2014/main" id="{E4221084-F122-A996-8C14-AA0C5B042716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>
              <a:extLst>
                <a:ext uri="{FF2B5EF4-FFF2-40B4-BE49-F238E27FC236}">
                  <a16:creationId xmlns:a16="http://schemas.microsoft.com/office/drawing/2014/main" id="{B54336F6-CDDF-B49B-99A9-856917F2D355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>
              <a:extLst>
                <a:ext uri="{FF2B5EF4-FFF2-40B4-BE49-F238E27FC236}">
                  <a16:creationId xmlns:a16="http://schemas.microsoft.com/office/drawing/2014/main" id="{CDC45840-8FDC-275D-5598-3596E3199495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>
              <a:extLst>
                <a:ext uri="{FF2B5EF4-FFF2-40B4-BE49-F238E27FC236}">
                  <a16:creationId xmlns:a16="http://schemas.microsoft.com/office/drawing/2014/main" id="{CAFE0FAB-2E94-686D-4B32-C58EA4432BE9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>
              <a:extLst>
                <a:ext uri="{FF2B5EF4-FFF2-40B4-BE49-F238E27FC236}">
                  <a16:creationId xmlns:a16="http://schemas.microsoft.com/office/drawing/2014/main" id="{D90871B2-528A-8DBB-311A-571C3C4E78F3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>
              <a:extLst>
                <a:ext uri="{FF2B5EF4-FFF2-40B4-BE49-F238E27FC236}">
                  <a16:creationId xmlns:a16="http://schemas.microsoft.com/office/drawing/2014/main" id="{EE9DEACC-92DD-9B65-E7B2-171A44E4715F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5194B17-43FC-0E3B-2FC7-89B0975EAAF1}"/>
              </a:ext>
            </a:extLst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0BBD7-1F61-072E-DBDB-716E691BC522}"/>
              </a:ext>
            </a:extLst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>
            <a:extLst>
              <a:ext uri="{FF2B5EF4-FFF2-40B4-BE49-F238E27FC236}">
                <a16:creationId xmlns:a16="http://schemas.microsoft.com/office/drawing/2014/main" id="{2C75294C-9A8E-5CDB-E60C-D6834D6ABFFD}"/>
              </a:ext>
            </a:extLst>
          </p:cNvPr>
          <p:cNvGrpSpPr/>
          <p:nvPr/>
        </p:nvGrpSpPr>
        <p:grpSpPr>
          <a:xfrm rot="612448">
            <a:off x="9546496" y="2968687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>
              <a:extLst>
                <a:ext uri="{FF2B5EF4-FFF2-40B4-BE49-F238E27FC236}">
                  <a16:creationId xmlns:a16="http://schemas.microsoft.com/office/drawing/2014/main" id="{AED3E36A-71D8-D8A6-5426-E58EE35D1C3D}"/>
                </a:ext>
              </a:extLst>
            </p:cNvPr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>
              <a:extLst>
                <a:ext uri="{FF2B5EF4-FFF2-40B4-BE49-F238E27FC236}">
                  <a16:creationId xmlns:a16="http://schemas.microsoft.com/office/drawing/2014/main" id="{5E3C81F4-4D5E-6BDF-92BF-07E15D527084}"/>
                </a:ext>
              </a:extLst>
            </p:cNvPr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>
              <a:extLst>
                <a:ext uri="{FF2B5EF4-FFF2-40B4-BE49-F238E27FC236}">
                  <a16:creationId xmlns:a16="http://schemas.microsoft.com/office/drawing/2014/main" id="{682A4B90-6232-9FFE-A491-06EE4AF8B586}"/>
                </a:ext>
              </a:extLst>
            </p:cNvPr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>
              <a:extLst>
                <a:ext uri="{FF2B5EF4-FFF2-40B4-BE49-F238E27FC236}">
                  <a16:creationId xmlns:a16="http://schemas.microsoft.com/office/drawing/2014/main" id="{EFAC22C0-7240-DAC4-881A-0936A48192C7}"/>
                </a:ext>
              </a:extLst>
            </p:cNvPr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>
              <a:extLst>
                <a:ext uri="{FF2B5EF4-FFF2-40B4-BE49-F238E27FC236}">
                  <a16:creationId xmlns:a16="http://schemas.microsoft.com/office/drawing/2014/main" id="{425C2B42-9ACC-1C60-6DE6-AA6F42348CB4}"/>
                </a:ext>
              </a:extLst>
            </p:cNvPr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>
              <a:extLst>
                <a:ext uri="{FF2B5EF4-FFF2-40B4-BE49-F238E27FC236}">
                  <a16:creationId xmlns:a16="http://schemas.microsoft.com/office/drawing/2014/main" id="{8BCB93C2-6F4D-847A-A2AC-1D0304821115}"/>
                </a:ext>
              </a:extLst>
            </p:cNvPr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>
              <a:extLst>
                <a:ext uri="{FF2B5EF4-FFF2-40B4-BE49-F238E27FC236}">
                  <a16:creationId xmlns:a16="http://schemas.microsoft.com/office/drawing/2014/main" id="{06D3B2AB-17BA-02D2-EEB2-95D3078BDE75}"/>
                </a:ext>
              </a:extLst>
            </p:cNvPr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>
              <a:extLst>
                <a:ext uri="{FF2B5EF4-FFF2-40B4-BE49-F238E27FC236}">
                  <a16:creationId xmlns:a16="http://schemas.microsoft.com/office/drawing/2014/main" id="{3F0FB348-6AFD-F28C-D946-18269D5E2D75}"/>
                </a:ext>
              </a:extLst>
            </p:cNvPr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>
              <a:extLst>
                <a:ext uri="{FF2B5EF4-FFF2-40B4-BE49-F238E27FC236}">
                  <a16:creationId xmlns:a16="http://schemas.microsoft.com/office/drawing/2014/main" id="{EF9B3656-D65B-E78E-6BF8-13B150528B11}"/>
                </a:ext>
              </a:extLst>
            </p:cNvPr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>
              <a:extLst>
                <a:ext uri="{FF2B5EF4-FFF2-40B4-BE49-F238E27FC236}">
                  <a16:creationId xmlns:a16="http://schemas.microsoft.com/office/drawing/2014/main" id="{8E0B7349-0CEE-4E93-EE2C-98A3D29C71DA}"/>
                </a:ext>
              </a:extLst>
            </p:cNvPr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>
              <a:extLst>
                <a:ext uri="{FF2B5EF4-FFF2-40B4-BE49-F238E27FC236}">
                  <a16:creationId xmlns:a16="http://schemas.microsoft.com/office/drawing/2014/main" id="{A0E1B7D9-8071-4773-488F-59FD24DE8AA6}"/>
                </a:ext>
              </a:extLst>
            </p:cNvPr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>
              <a:extLst>
                <a:ext uri="{FF2B5EF4-FFF2-40B4-BE49-F238E27FC236}">
                  <a16:creationId xmlns:a16="http://schemas.microsoft.com/office/drawing/2014/main" id="{165E93E4-4CB2-F084-0A7E-4AE0966691FA}"/>
                </a:ext>
              </a:extLst>
            </p:cNvPr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>
              <a:extLst>
                <a:ext uri="{FF2B5EF4-FFF2-40B4-BE49-F238E27FC236}">
                  <a16:creationId xmlns:a16="http://schemas.microsoft.com/office/drawing/2014/main" id="{10DA4085-9EAE-3F77-9070-EAC98D7E7493}"/>
                </a:ext>
              </a:extLst>
            </p:cNvPr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>
              <a:extLst>
                <a:ext uri="{FF2B5EF4-FFF2-40B4-BE49-F238E27FC236}">
                  <a16:creationId xmlns:a16="http://schemas.microsoft.com/office/drawing/2014/main" id="{42EB23CE-9D20-18E9-5B6C-2081A255076B}"/>
                </a:ext>
              </a:extLst>
            </p:cNvPr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>
              <a:extLst>
                <a:ext uri="{FF2B5EF4-FFF2-40B4-BE49-F238E27FC236}">
                  <a16:creationId xmlns:a16="http://schemas.microsoft.com/office/drawing/2014/main" id="{1E37923A-EE82-1BA5-F8F6-B3388E73DD29}"/>
                </a:ext>
              </a:extLst>
            </p:cNvPr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>
              <a:extLst>
                <a:ext uri="{FF2B5EF4-FFF2-40B4-BE49-F238E27FC236}">
                  <a16:creationId xmlns:a16="http://schemas.microsoft.com/office/drawing/2014/main" id="{05F5CAE1-BDC1-AFA5-52B1-67133312C7BD}"/>
                </a:ext>
              </a:extLst>
            </p:cNvPr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>
              <a:extLst>
                <a:ext uri="{FF2B5EF4-FFF2-40B4-BE49-F238E27FC236}">
                  <a16:creationId xmlns:a16="http://schemas.microsoft.com/office/drawing/2014/main" id="{70D71D42-864D-A9F3-E593-AA6BEF305AC0}"/>
                </a:ext>
              </a:extLst>
            </p:cNvPr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>
              <a:extLst>
                <a:ext uri="{FF2B5EF4-FFF2-40B4-BE49-F238E27FC236}">
                  <a16:creationId xmlns:a16="http://schemas.microsoft.com/office/drawing/2014/main" id="{6540F401-038B-EA06-505F-9BCE5C249230}"/>
                </a:ext>
              </a:extLst>
            </p:cNvPr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>
              <a:extLst>
                <a:ext uri="{FF2B5EF4-FFF2-40B4-BE49-F238E27FC236}">
                  <a16:creationId xmlns:a16="http://schemas.microsoft.com/office/drawing/2014/main" id="{2BCDC276-73D8-46F4-D88C-71DAB2736FFE}"/>
                </a:ext>
              </a:extLst>
            </p:cNvPr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>
              <a:extLst>
                <a:ext uri="{FF2B5EF4-FFF2-40B4-BE49-F238E27FC236}">
                  <a16:creationId xmlns:a16="http://schemas.microsoft.com/office/drawing/2014/main" id="{ECCD342B-C110-BD58-D59F-4E623D7B498E}"/>
                </a:ext>
              </a:extLst>
            </p:cNvPr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1430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9745-E08C-1A3D-42B1-CA69A6B3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9FEF-9F63-98AE-BA2F-9C01B77A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Lecciones aprendidas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373CA-2AAD-9859-E6CA-B40FBD28394C}"/>
              </a:ext>
            </a:extLst>
          </p:cNvPr>
          <p:cNvSpPr txBox="1"/>
          <p:nvPr/>
        </p:nvSpPr>
        <p:spPr>
          <a:xfrm>
            <a:off x="1288586" y="1530256"/>
            <a:ext cx="982298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Diseño e implementación de una arquitectura de microservicios real, separando </a:t>
            </a:r>
            <a:r>
              <a:rPr lang="es-ES" sz="2000" dirty="0" err="1">
                <a:latin typeface="Quicksand Medium" panose="020B0604020202020204"/>
              </a:rPr>
              <a:t>gateway</a:t>
            </a:r>
            <a:r>
              <a:rPr lang="es-ES" sz="2000" dirty="0">
                <a:latin typeface="Quicksand Medium" panose="020B0604020202020204"/>
              </a:rPr>
              <a:t>, </a:t>
            </a:r>
            <a:r>
              <a:rPr lang="es-ES" sz="2000" dirty="0" err="1">
                <a:latin typeface="Quicksand Medium" panose="020B0604020202020204"/>
              </a:rPr>
              <a:t>recomendador</a:t>
            </a:r>
            <a:r>
              <a:rPr lang="es-ES" sz="2000" dirty="0">
                <a:latin typeface="Quicksand Medium" panose="020B0604020202020204"/>
              </a:rPr>
              <a:t> y servicios de almacenamiento.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Integración entre Node.js y Python usando </a:t>
            </a:r>
            <a:r>
              <a:rPr lang="es-ES" sz="2000" dirty="0" err="1">
                <a:latin typeface="Quicksand Medium" panose="020B0604020202020204"/>
              </a:rPr>
              <a:t>APIs</a:t>
            </a:r>
            <a:r>
              <a:rPr lang="es-ES" sz="2000" dirty="0">
                <a:latin typeface="Quicksand Medium" panose="020B0604020202020204"/>
              </a:rPr>
              <a:t> REST bien definidas y documentadas (</a:t>
            </a:r>
            <a:r>
              <a:rPr lang="es-ES" sz="2000" dirty="0" err="1">
                <a:latin typeface="Quicksand Medium" panose="020B0604020202020204"/>
              </a:rPr>
              <a:t>Swagger</a:t>
            </a:r>
            <a:r>
              <a:rPr lang="es-ES" sz="2000" dirty="0">
                <a:latin typeface="Quicksand Medium" panose="020B0604020202020204"/>
              </a:rPr>
              <a:t> en </a:t>
            </a:r>
            <a:r>
              <a:rPr lang="es-ES" sz="2000" dirty="0" err="1">
                <a:latin typeface="Quicksand Medium" panose="020B0604020202020204"/>
              </a:rPr>
              <a:t>FastAPI</a:t>
            </a:r>
            <a:r>
              <a:rPr lang="es-ES" sz="2000" dirty="0">
                <a:latin typeface="Quicksand Medium" panose="020B0604020202020204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Orquestación completa con Docker </a:t>
            </a:r>
            <a:r>
              <a:rPr lang="es-ES" sz="2000" dirty="0" err="1">
                <a:latin typeface="Quicksand Medium" panose="020B0604020202020204"/>
              </a:rPr>
              <a:t>Compose</a:t>
            </a:r>
            <a:r>
              <a:rPr lang="es-ES" sz="2000" dirty="0">
                <a:latin typeface="Quicksand Medium" panose="020B0604020202020204"/>
              </a:rPr>
              <a:t>, gestionando dependencias y un pipeline automático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Trabajo con un modelo híbrido SQL + NoSQL combinando PostgreSQL para usuarios/favoritos y </a:t>
            </a:r>
            <a:r>
              <a:rPr lang="es-ES" sz="2000" dirty="0" err="1">
                <a:latin typeface="Quicksand Medium" panose="020B0604020202020204"/>
              </a:rPr>
              <a:t>Elasticsearch</a:t>
            </a:r>
            <a:r>
              <a:rPr lang="es-ES" sz="2000" dirty="0">
                <a:latin typeface="Quicksand Medium" panose="020B0604020202020204"/>
              </a:rPr>
              <a:t> para búsqueda.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Desarrollo de una SPA ligera en HTML + JS, consumiendo el </a:t>
            </a:r>
            <a:r>
              <a:rPr lang="es-ES" sz="2000" dirty="0" err="1">
                <a:latin typeface="Quicksand Medium" panose="020B0604020202020204"/>
              </a:rPr>
              <a:t>gateway</a:t>
            </a:r>
            <a:r>
              <a:rPr lang="es-ES" sz="2000" dirty="0">
                <a:latin typeface="Quicksand Medium" panose="020B0604020202020204"/>
              </a:rPr>
              <a:t> sin </a:t>
            </a:r>
            <a:r>
              <a:rPr lang="es-ES" sz="2000" dirty="0" err="1">
                <a:latin typeface="Quicksand Medium" panose="020B0604020202020204"/>
              </a:rPr>
              <a:t>frameworks</a:t>
            </a:r>
            <a:r>
              <a:rPr lang="es-ES" sz="2000" dirty="0">
                <a:latin typeface="Quicksand Medium" panose="020B0604020202020204"/>
              </a:rPr>
              <a:t> externos.</a:t>
            </a:r>
          </a:p>
        </p:txBody>
      </p:sp>
    </p:spTree>
    <p:extLst>
      <p:ext uri="{BB962C8B-B14F-4D97-AF65-F5344CB8AC3E}">
        <p14:creationId xmlns:p14="http://schemas.microsoft.com/office/powerpoint/2010/main" val="414474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>
          <a:extLst>
            <a:ext uri="{FF2B5EF4-FFF2-40B4-BE49-F238E27FC236}">
              <a16:creationId xmlns:a16="http://schemas.microsoft.com/office/drawing/2014/main" id="{B41E0D48-616A-07AF-47B2-B6F2E2B4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1">
            <a:extLst>
              <a:ext uri="{FF2B5EF4-FFF2-40B4-BE49-F238E27FC236}">
                <a16:creationId xmlns:a16="http://schemas.microsoft.com/office/drawing/2014/main" id="{D443D756-BC0E-B6A2-02ED-A5674053B7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6800" y="2472148"/>
            <a:ext cx="6758400" cy="2496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s-ES" dirty="0">
                <a:solidFill>
                  <a:schemeClr val="dk1"/>
                </a:solidFill>
              </a:rPr>
              <a:t>Demo y conclusiones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3" name="Google Shape;553;p41">
            <a:extLst>
              <a:ext uri="{FF2B5EF4-FFF2-40B4-BE49-F238E27FC236}">
                <a16:creationId xmlns:a16="http://schemas.microsoft.com/office/drawing/2014/main" id="{273BB3FA-4FAA-D6F1-B076-4E2CFF59F6B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73710" y="979900"/>
            <a:ext cx="1444581" cy="852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06</a:t>
            </a:r>
            <a:endParaRPr dirty="0"/>
          </a:p>
        </p:txBody>
      </p:sp>
      <p:grpSp>
        <p:nvGrpSpPr>
          <p:cNvPr id="555" name="Google Shape;555;p41">
            <a:extLst>
              <a:ext uri="{FF2B5EF4-FFF2-40B4-BE49-F238E27FC236}">
                <a16:creationId xmlns:a16="http://schemas.microsoft.com/office/drawing/2014/main" id="{410EF71A-2A9C-4D1E-DE2C-12E3D5A38886}"/>
              </a:ext>
            </a:extLst>
          </p:cNvPr>
          <p:cNvGrpSpPr/>
          <p:nvPr/>
        </p:nvGrpSpPr>
        <p:grpSpPr>
          <a:xfrm rot="-602678">
            <a:off x="1028684" y="1128478"/>
            <a:ext cx="1828873" cy="1427580"/>
            <a:chOff x="1936950" y="1743225"/>
            <a:chExt cx="1485025" cy="1154250"/>
          </a:xfrm>
        </p:grpSpPr>
        <p:sp>
          <p:nvSpPr>
            <p:cNvPr id="556" name="Google Shape;556;p41">
              <a:extLst>
                <a:ext uri="{FF2B5EF4-FFF2-40B4-BE49-F238E27FC236}">
                  <a16:creationId xmlns:a16="http://schemas.microsoft.com/office/drawing/2014/main" id="{7164D738-3BF9-D3C0-1020-1E8B484ED18B}"/>
                </a:ext>
              </a:extLst>
            </p:cNvPr>
            <p:cNvSpPr/>
            <p:nvPr/>
          </p:nvSpPr>
          <p:spPr>
            <a:xfrm>
              <a:off x="1937050" y="1743275"/>
              <a:ext cx="1484925" cy="1153725"/>
            </a:xfrm>
            <a:custGeom>
              <a:avLst/>
              <a:gdLst/>
              <a:ahLst/>
              <a:cxnLst/>
              <a:rect l="l" t="t" r="r" b="b"/>
              <a:pathLst>
                <a:path w="59397" h="46149" extrusionOk="0">
                  <a:moveTo>
                    <a:pt x="16786" y="0"/>
                  </a:moveTo>
                  <a:cubicBezTo>
                    <a:pt x="16338" y="0"/>
                    <a:pt x="8138" y="112"/>
                    <a:pt x="3367" y="8247"/>
                  </a:cubicBezTo>
                  <a:cubicBezTo>
                    <a:pt x="1388" y="11619"/>
                    <a:pt x="1" y="16376"/>
                    <a:pt x="1" y="23076"/>
                  </a:cubicBezTo>
                  <a:cubicBezTo>
                    <a:pt x="1" y="23343"/>
                    <a:pt x="2" y="23607"/>
                    <a:pt x="8" y="23869"/>
                  </a:cubicBezTo>
                  <a:cubicBezTo>
                    <a:pt x="11" y="24024"/>
                    <a:pt x="12" y="24178"/>
                    <a:pt x="17" y="24331"/>
                  </a:cubicBezTo>
                  <a:cubicBezTo>
                    <a:pt x="63" y="26026"/>
                    <a:pt x="201" y="27586"/>
                    <a:pt x="417" y="29028"/>
                  </a:cubicBezTo>
                  <a:cubicBezTo>
                    <a:pt x="620" y="30392"/>
                    <a:pt x="893" y="31646"/>
                    <a:pt x="1224" y="32801"/>
                  </a:cubicBezTo>
                  <a:cubicBezTo>
                    <a:pt x="1708" y="34498"/>
                    <a:pt x="2318" y="35979"/>
                    <a:pt x="3011" y="37269"/>
                  </a:cubicBezTo>
                  <a:cubicBezTo>
                    <a:pt x="4088" y="39276"/>
                    <a:pt x="5370" y="40829"/>
                    <a:pt x="6713" y="42032"/>
                  </a:cubicBezTo>
                  <a:lnTo>
                    <a:pt x="6786" y="42096"/>
                  </a:lnTo>
                  <a:cubicBezTo>
                    <a:pt x="7255" y="42512"/>
                    <a:pt x="7732" y="42885"/>
                    <a:pt x="8209" y="43219"/>
                  </a:cubicBezTo>
                  <a:cubicBezTo>
                    <a:pt x="10063" y="44519"/>
                    <a:pt x="11928" y="45242"/>
                    <a:pt x="13445" y="45645"/>
                  </a:cubicBezTo>
                  <a:cubicBezTo>
                    <a:pt x="15282" y="46132"/>
                    <a:pt x="16611" y="46148"/>
                    <a:pt x="16786" y="46148"/>
                  </a:cubicBezTo>
                  <a:cubicBezTo>
                    <a:pt x="16800" y="46148"/>
                    <a:pt x="16806" y="46148"/>
                    <a:pt x="16806" y="46148"/>
                  </a:cubicBezTo>
                  <a:lnTo>
                    <a:pt x="42591" y="46148"/>
                  </a:lnTo>
                  <a:cubicBezTo>
                    <a:pt x="42591" y="46148"/>
                    <a:pt x="42598" y="46148"/>
                    <a:pt x="42610" y="46148"/>
                  </a:cubicBezTo>
                  <a:cubicBezTo>
                    <a:pt x="42778" y="46148"/>
                    <a:pt x="44029" y="46133"/>
                    <a:pt x="45778" y="45689"/>
                  </a:cubicBezTo>
                  <a:cubicBezTo>
                    <a:pt x="48828" y="44915"/>
                    <a:pt x="53395" y="42839"/>
                    <a:pt x="56386" y="37269"/>
                  </a:cubicBezTo>
                  <a:cubicBezTo>
                    <a:pt x="57544" y="35112"/>
                    <a:pt x="58467" y="32430"/>
                    <a:pt x="58971" y="29095"/>
                  </a:cubicBezTo>
                  <a:cubicBezTo>
                    <a:pt x="59040" y="28637"/>
                    <a:pt x="59102" y="28167"/>
                    <a:pt x="59156" y="27687"/>
                  </a:cubicBezTo>
                  <a:cubicBezTo>
                    <a:pt x="59271" y="26629"/>
                    <a:pt x="59348" y="25513"/>
                    <a:pt x="59380" y="24331"/>
                  </a:cubicBezTo>
                  <a:cubicBezTo>
                    <a:pt x="59383" y="24178"/>
                    <a:pt x="59387" y="24025"/>
                    <a:pt x="59390" y="23869"/>
                  </a:cubicBezTo>
                  <a:cubicBezTo>
                    <a:pt x="59395" y="23607"/>
                    <a:pt x="59397" y="23343"/>
                    <a:pt x="59397" y="23076"/>
                  </a:cubicBezTo>
                  <a:cubicBezTo>
                    <a:pt x="59394" y="16374"/>
                    <a:pt x="58005" y="11619"/>
                    <a:pt x="56026" y="8247"/>
                  </a:cubicBezTo>
                  <a:cubicBezTo>
                    <a:pt x="51256" y="112"/>
                    <a:pt x="43055" y="0"/>
                    <a:pt x="42608" y="0"/>
                  </a:cubicBezTo>
                  <a:cubicBezTo>
                    <a:pt x="42595" y="0"/>
                    <a:pt x="42588" y="0"/>
                    <a:pt x="42588" y="0"/>
                  </a:cubicBezTo>
                  <a:lnTo>
                    <a:pt x="16805" y="0"/>
                  </a:lnTo>
                  <a:cubicBezTo>
                    <a:pt x="16805" y="0"/>
                    <a:pt x="16798" y="0"/>
                    <a:pt x="1678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lt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1">
              <a:extLst>
                <a:ext uri="{FF2B5EF4-FFF2-40B4-BE49-F238E27FC236}">
                  <a16:creationId xmlns:a16="http://schemas.microsoft.com/office/drawing/2014/main" id="{426C13A4-3CED-149E-55FC-9AD7F6FC23E4}"/>
                </a:ext>
              </a:extLst>
            </p:cNvPr>
            <p:cNvSpPr/>
            <p:nvPr/>
          </p:nvSpPr>
          <p:spPr>
            <a:xfrm>
              <a:off x="1936950" y="1743225"/>
              <a:ext cx="1484950" cy="1153775"/>
            </a:xfrm>
            <a:custGeom>
              <a:avLst/>
              <a:gdLst/>
              <a:ahLst/>
              <a:cxnLst/>
              <a:rect l="l" t="t" r="r" b="b"/>
              <a:pathLst>
                <a:path w="59398" h="46151" extrusionOk="0">
                  <a:moveTo>
                    <a:pt x="16786" y="1"/>
                  </a:moveTo>
                  <a:cubicBezTo>
                    <a:pt x="16338" y="1"/>
                    <a:pt x="8137" y="113"/>
                    <a:pt x="3367" y="8249"/>
                  </a:cubicBezTo>
                  <a:cubicBezTo>
                    <a:pt x="1390" y="11624"/>
                    <a:pt x="1" y="16378"/>
                    <a:pt x="1" y="23076"/>
                  </a:cubicBezTo>
                  <a:cubicBezTo>
                    <a:pt x="1" y="23345"/>
                    <a:pt x="3" y="23609"/>
                    <a:pt x="8" y="23871"/>
                  </a:cubicBezTo>
                  <a:cubicBezTo>
                    <a:pt x="12" y="24027"/>
                    <a:pt x="15" y="24180"/>
                    <a:pt x="19" y="24333"/>
                  </a:cubicBezTo>
                  <a:cubicBezTo>
                    <a:pt x="63" y="26028"/>
                    <a:pt x="201" y="27590"/>
                    <a:pt x="417" y="29030"/>
                  </a:cubicBezTo>
                  <a:cubicBezTo>
                    <a:pt x="620" y="30394"/>
                    <a:pt x="893" y="31648"/>
                    <a:pt x="1224" y="32803"/>
                  </a:cubicBezTo>
                  <a:cubicBezTo>
                    <a:pt x="1710" y="34499"/>
                    <a:pt x="2318" y="35979"/>
                    <a:pt x="3012" y="37271"/>
                  </a:cubicBezTo>
                  <a:cubicBezTo>
                    <a:pt x="4091" y="39278"/>
                    <a:pt x="5373" y="40831"/>
                    <a:pt x="6714" y="42034"/>
                  </a:cubicBezTo>
                  <a:cubicBezTo>
                    <a:pt x="6737" y="42056"/>
                    <a:pt x="6762" y="42077"/>
                    <a:pt x="6785" y="42098"/>
                  </a:cubicBezTo>
                  <a:cubicBezTo>
                    <a:pt x="7256" y="42514"/>
                    <a:pt x="7732" y="42885"/>
                    <a:pt x="8211" y="43221"/>
                  </a:cubicBezTo>
                  <a:cubicBezTo>
                    <a:pt x="10063" y="44521"/>
                    <a:pt x="11928" y="45244"/>
                    <a:pt x="13445" y="45647"/>
                  </a:cubicBezTo>
                  <a:cubicBezTo>
                    <a:pt x="15284" y="46134"/>
                    <a:pt x="16611" y="46150"/>
                    <a:pt x="16786" y="46150"/>
                  </a:cubicBezTo>
                  <a:cubicBezTo>
                    <a:pt x="16799" y="46150"/>
                    <a:pt x="16806" y="46150"/>
                    <a:pt x="16806" y="46150"/>
                  </a:cubicBezTo>
                  <a:lnTo>
                    <a:pt x="42592" y="46150"/>
                  </a:lnTo>
                  <a:cubicBezTo>
                    <a:pt x="42592" y="46150"/>
                    <a:pt x="42600" y="46150"/>
                    <a:pt x="42614" y="46150"/>
                  </a:cubicBezTo>
                  <a:cubicBezTo>
                    <a:pt x="42792" y="46150"/>
                    <a:pt x="44038" y="46134"/>
                    <a:pt x="45780" y="45691"/>
                  </a:cubicBezTo>
                  <a:cubicBezTo>
                    <a:pt x="48830" y="44917"/>
                    <a:pt x="53395" y="42841"/>
                    <a:pt x="56386" y="37271"/>
                  </a:cubicBezTo>
                  <a:cubicBezTo>
                    <a:pt x="57545" y="35112"/>
                    <a:pt x="58467" y="32430"/>
                    <a:pt x="58972" y="29097"/>
                  </a:cubicBezTo>
                  <a:cubicBezTo>
                    <a:pt x="59042" y="28641"/>
                    <a:pt x="59101" y="28172"/>
                    <a:pt x="59156" y="27689"/>
                  </a:cubicBezTo>
                  <a:cubicBezTo>
                    <a:pt x="59273" y="26631"/>
                    <a:pt x="59349" y="25515"/>
                    <a:pt x="59380" y="24333"/>
                  </a:cubicBezTo>
                  <a:cubicBezTo>
                    <a:pt x="59385" y="24180"/>
                    <a:pt x="59387" y="24026"/>
                    <a:pt x="59391" y="23871"/>
                  </a:cubicBezTo>
                  <a:cubicBezTo>
                    <a:pt x="59396" y="23609"/>
                    <a:pt x="59398" y="23345"/>
                    <a:pt x="59398" y="23078"/>
                  </a:cubicBezTo>
                  <a:cubicBezTo>
                    <a:pt x="59398" y="16376"/>
                    <a:pt x="58009" y="11621"/>
                    <a:pt x="56026" y="8249"/>
                  </a:cubicBezTo>
                  <a:cubicBezTo>
                    <a:pt x="51255" y="113"/>
                    <a:pt x="43055" y="1"/>
                    <a:pt x="42607" y="1"/>
                  </a:cubicBezTo>
                  <a:cubicBezTo>
                    <a:pt x="42595" y="1"/>
                    <a:pt x="42588" y="1"/>
                    <a:pt x="42588" y="1"/>
                  </a:cubicBezTo>
                  <a:lnTo>
                    <a:pt x="16805" y="1"/>
                  </a:lnTo>
                  <a:cubicBezTo>
                    <a:pt x="16805" y="1"/>
                    <a:pt x="16798" y="1"/>
                    <a:pt x="16786" y="1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1">
              <a:extLst>
                <a:ext uri="{FF2B5EF4-FFF2-40B4-BE49-F238E27FC236}">
                  <a16:creationId xmlns:a16="http://schemas.microsoft.com/office/drawing/2014/main" id="{EBAF875B-AF73-28DB-E2AD-9C214F78CFCB}"/>
                </a:ext>
              </a:extLst>
            </p:cNvPr>
            <p:cNvSpPr/>
            <p:nvPr/>
          </p:nvSpPr>
          <p:spPr>
            <a:xfrm>
              <a:off x="1937200" y="2340000"/>
              <a:ext cx="1484525" cy="335000"/>
            </a:xfrm>
            <a:custGeom>
              <a:avLst/>
              <a:gdLst/>
              <a:ahLst/>
              <a:cxnLst/>
              <a:rect l="l" t="t" r="r" b="b"/>
              <a:pathLst>
                <a:path w="59381" h="13400" extrusionOk="0">
                  <a:moveTo>
                    <a:pt x="0" y="0"/>
                  </a:moveTo>
                  <a:cubicBezTo>
                    <a:pt x="3" y="155"/>
                    <a:pt x="5" y="309"/>
                    <a:pt x="10" y="462"/>
                  </a:cubicBezTo>
                  <a:cubicBezTo>
                    <a:pt x="56" y="2157"/>
                    <a:pt x="192" y="3717"/>
                    <a:pt x="408" y="5159"/>
                  </a:cubicBezTo>
                  <a:cubicBezTo>
                    <a:pt x="613" y="6523"/>
                    <a:pt x="885" y="7777"/>
                    <a:pt x="1215" y="8932"/>
                  </a:cubicBezTo>
                  <a:cubicBezTo>
                    <a:pt x="1701" y="10629"/>
                    <a:pt x="2311" y="12110"/>
                    <a:pt x="3004" y="13400"/>
                  </a:cubicBezTo>
                  <a:lnTo>
                    <a:pt x="56376" y="13400"/>
                  </a:lnTo>
                  <a:cubicBezTo>
                    <a:pt x="57535" y="11243"/>
                    <a:pt x="58457" y="8561"/>
                    <a:pt x="58962" y="5226"/>
                  </a:cubicBezTo>
                  <a:cubicBezTo>
                    <a:pt x="59032" y="4768"/>
                    <a:pt x="59091" y="4298"/>
                    <a:pt x="59146" y="3818"/>
                  </a:cubicBezTo>
                  <a:cubicBezTo>
                    <a:pt x="59263" y="2760"/>
                    <a:pt x="59339" y="1644"/>
                    <a:pt x="59370" y="462"/>
                  </a:cubicBezTo>
                  <a:cubicBezTo>
                    <a:pt x="59374" y="309"/>
                    <a:pt x="59377" y="156"/>
                    <a:pt x="59381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1">
              <a:extLst>
                <a:ext uri="{FF2B5EF4-FFF2-40B4-BE49-F238E27FC236}">
                  <a16:creationId xmlns:a16="http://schemas.microsoft.com/office/drawing/2014/main" id="{FD919F35-0546-E718-D6C0-D2C8A04AF930}"/>
                </a:ext>
              </a:extLst>
            </p:cNvPr>
            <p:cNvSpPr/>
            <p:nvPr/>
          </p:nvSpPr>
          <p:spPr>
            <a:xfrm>
              <a:off x="1937025" y="1949425"/>
              <a:ext cx="1484875" cy="402150"/>
            </a:xfrm>
            <a:custGeom>
              <a:avLst/>
              <a:gdLst/>
              <a:ahLst/>
              <a:cxnLst/>
              <a:rect l="l" t="t" r="r" b="b"/>
              <a:pathLst>
                <a:path w="59395" h="16086" extrusionOk="0">
                  <a:moveTo>
                    <a:pt x="59395" y="14830"/>
                  </a:moveTo>
                  <a:cubicBezTo>
                    <a:pt x="59395" y="15097"/>
                    <a:pt x="59393" y="15361"/>
                    <a:pt x="59388" y="15623"/>
                  </a:cubicBezTo>
                  <a:cubicBezTo>
                    <a:pt x="59384" y="15778"/>
                    <a:pt x="59382" y="15932"/>
                    <a:pt x="59377" y="16085"/>
                  </a:cubicBezTo>
                  <a:lnTo>
                    <a:pt x="17" y="16085"/>
                  </a:lnTo>
                  <a:cubicBezTo>
                    <a:pt x="13" y="15932"/>
                    <a:pt x="10" y="15779"/>
                    <a:pt x="7" y="15623"/>
                  </a:cubicBezTo>
                  <a:cubicBezTo>
                    <a:pt x="2" y="15361"/>
                    <a:pt x="0" y="15097"/>
                    <a:pt x="0" y="14830"/>
                  </a:cubicBezTo>
                  <a:cubicBezTo>
                    <a:pt x="0" y="8130"/>
                    <a:pt x="1388" y="3376"/>
                    <a:pt x="3366" y="1"/>
                  </a:cubicBezTo>
                  <a:lnTo>
                    <a:pt x="56027" y="1"/>
                  </a:lnTo>
                  <a:cubicBezTo>
                    <a:pt x="58006" y="3373"/>
                    <a:pt x="59395" y="8128"/>
                    <a:pt x="59395" y="1483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1">
              <a:extLst>
                <a:ext uri="{FF2B5EF4-FFF2-40B4-BE49-F238E27FC236}">
                  <a16:creationId xmlns:a16="http://schemas.microsoft.com/office/drawing/2014/main" id="{2F979BAF-B455-B7CD-9647-B406546744A9}"/>
                </a:ext>
              </a:extLst>
            </p:cNvPr>
            <p:cNvSpPr/>
            <p:nvPr/>
          </p:nvSpPr>
          <p:spPr>
            <a:xfrm>
              <a:off x="1947350" y="2350850"/>
              <a:ext cx="1468500" cy="546600"/>
            </a:xfrm>
            <a:custGeom>
              <a:avLst/>
              <a:gdLst/>
              <a:ahLst/>
              <a:cxnLst/>
              <a:rect l="l" t="t" r="r" b="b"/>
              <a:pathLst>
                <a:path w="58740" h="21864" extrusionOk="0">
                  <a:moveTo>
                    <a:pt x="58740" y="3382"/>
                  </a:moveTo>
                  <a:cubicBezTo>
                    <a:pt x="58685" y="3864"/>
                    <a:pt x="58626" y="4334"/>
                    <a:pt x="58556" y="4789"/>
                  </a:cubicBezTo>
                  <a:cubicBezTo>
                    <a:pt x="58051" y="8123"/>
                    <a:pt x="57129" y="10806"/>
                    <a:pt x="55970" y="12965"/>
                  </a:cubicBezTo>
                  <a:cubicBezTo>
                    <a:pt x="52979" y="18533"/>
                    <a:pt x="48414" y="20611"/>
                    <a:pt x="45364" y="21385"/>
                  </a:cubicBezTo>
                  <a:cubicBezTo>
                    <a:pt x="43481" y="21863"/>
                    <a:pt x="42176" y="21844"/>
                    <a:pt x="42176" y="21844"/>
                  </a:cubicBezTo>
                  <a:lnTo>
                    <a:pt x="17556" y="21844"/>
                  </a:lnTo>
                  <a:cubicBezTo>
                    <a:pt x="16190" y="21546"/>
                    <a:pt x="14845" y="21216"/>
                    <a:pt x="13536" y="20850"/>
                  </a:cubicBezTo>
                  <a:cubicBezTo>
                    <a:pt x="11523" y="20288"/>
                    <a:pt x="9591" y="19645"/>
                    <a:pt x="7795" y="18914"/>
                  </a:cubicBezTo>
                  <a:cubicBezTo>
                    <a:pt x="7316" y="18579"/>
                    <a:pt x="6840" y="18206"/>
                    <a:pt x="6369" y="17790"/>
                  </a:cubicBezTo>
                  <a:lnTo>
                    <a:pt x="6298" y="17726"/>
                  </a:lnTo>
                  <a:cubicBezTo>
                    <a:pt x="4957" y="16523"/>
                    <a:pt x="3675" y="14970"/>
                    <a:pt x="2596" y="12965"/>
                  </a:cubicBezTo>
                  <a:cubicBezTo>
                    <a:pt x="1902" y="11672"/>
                    <a:pt x="1294" y="10191"/>
                    <a:pt x="808" y="8497"/>
                  </a:cubicBezTo>
                  <a:cubicBezTo>
                    <a:pt x="477" y="7342"/>
                    <a:pt x="204" y="6088"/>
                    <a:pt x="1" y="4724"/>
                  </a:cubicBezTo>
                  <a:cubicBezTo>
                    <a:pt x="1796" y="3879"/>
                    <a:pt x="4143" y="3482"/>
                    <a:pt x="6876" y="4657"/>
                  </a:cubicBezTo>
                  <a:cubicBezTo>
                    <a:pt x="10687" y="6292"/>
                    <a:pt x="12401" y="7445"/>
                    <a:pt x="14112" y="7762"/>
                  </a:cubicBezTo>
                  <a:cubicBezTo>
                    <a:pt x="15282" y="7981"/>
                    <a:pt x="16450" y="7809"/>
                    <a:pt x="18287" y="7139"/>
                  </a:cubicBezTo>
                  <a:cubicBezTo>
                    <a:pt x="20753" y="6235"/>
                    <a:pt x="22725" y="4021"/>
                    <a:pt x="25168" y="2309"/>
                  </a:cubicBezTo>
                  <a:cubicBezTo>
                    <a:pt x="26008" y="1719"/>
                    <a:pt x="26908" y="1189"/>
                    <a:pt x="27903" y="792"/>
                  </a:cubicBezTo>
                  <a:lnTo>
                    <a:pt x="27903" y="792"/>
                  </a:lnTo>
                  <a:cubicBezTo>
                    <a:pt x="28380" y="600"/>
                    <a:pt x="28881" y="440"/>
                    <a:pt x="29408" y="320"/>
                  </a:cubicBezTo>
                  <a:cubicBezTo>
                    <a:pt x="30424" y="87"/>
                    <a:pt x="31539" y="0"/>
                    <a:pt x="32788" y="120"/>
                  </a:cubicBezTo>
                  <a:cubicBezTo>
                    <a:pt x="39918" y="799"/>
                    <a:pt x="43721" y="8516"/>
                    <a:pt x="48953" y="6312"/>
                  </a:cubicBezTo>
                  <a:cubicBezTo>
                    <a:pt x="52161" y="4959"/>
                    <a:pt x="55369" y="2880"/>
                    <a:pt x="58740" y="338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1">
              <a:extLst>
                <a:ext uri="{FF2B5EF4-FFF2-40B4-BE49-F238E27FC236}">
                  <a16:creationId xmlns:a16="http://schemas.microsoft.com/office/drawing/2014/main" id="{7F4AFDAA-947A-87C8-D17A-E8EF5E5FFED7}"/>
                </a:ext>
              </a:extLst>
            </p:cNvPr>
            <p:cNvSpPr/>
            <p:nvPr/>
          </p:nvSpPr>
          <p:spPr>
            <a:xfrm>
              <a:off x="2104825" y="2216550"/>
              <a:ext cx="1018025" cy="579125"/>
            </a:xfrm>
            <a:custGeom>
              <a:avLst/>
              <a:gdLst/>
              <a:ahLst/>
              <a:cxnLst/>
              <a:rect l="l" t="t" r="r" b="b"/>
              <a:pathLst>
                <a:path w="40721" h="23165" extrusionOk="0">
                  <a:moveTo>
                    <a:pt x="18114" y="0"/>
                  </a:moveTo>
                  <a:lnTo>
                    <a:pt x="14243" y="4938"/>
                  </a:lnTo>
                  <a:lnTo>
                    <a:pt x="13881" y="5400"/>
                  </a:lnTo>
                  <a:lnTo>
                    <a:pt x="7814" y="13136"/>
                  </a:lnTo>
                  <a:lnTo>
                    <a:pt x="3735" y="18338"/>
                  </a:lnTo>
                  <a:lnTo>
                    <a:pt x="3125" y="19115"/>
                  </a:lnTo>
                  <a:lnTo>
                    <a:pt x="1" y="23101"/>
                  </a:lnTo>
                  <a:lnTo>
                    <a:pt x="73" y="23165"/>
                  </a:lnTo>
                  <a:lnTo>
                    <a:pt x="23901" y="22952"/>
                  </a:lnTo>
                  <a:lnTo>
                    <a:pt x="28821" y="22908"/>
                  </a:lnTo>
                  <a:lnTo>
                    <a:pt x="30859" y="22889"/>
                  </a:lnTo>
                  <a:lnTo>
                    <a:pt x="40721" y="22803"/>
                  </a:lnTo>
                  <a:lnTo>
                    <a:pt x="36977" y="18338"/>
                  </a:lnTo>
                  <a:lnTo>
                    <a:pt x="36586" y="17872"/>
                  </a:lnTo>
                  <a:lnTo>
                    <a:pt x="31946" y="12342"/>
                  </a:lnTo>
                  <a:lnTo>
                    <a:pt x="28706" y="8477"/>
                  </a:lnTo>
                  <a:lnTo>
                    <a:pt x="23463" y="6093"/>
                  </a:lnTo>
                  <a:lnTo>
                    <a:pt x="23111" y="5692"/>
                  </a:lnTo>
                  <a:lnTo>
                    <a:pt x="22853" y="5400"/>
                  </a:lnTo>
                  <a:lnTo>
                    <a:pt x="22448" y="4938"/>
                  </a:lnTo>
                  <a:lnTo>
                    <a:pt x="18114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1">
              <a:extLst>
                <a:ext uri="{FF2B5EF4-FFF2-40B4-BE49-F238E27FC236}">
                  <a16:creationId xmlns:a16="http://schemas.microsoft.com/office/drawing/2014/main" id="{234FCA34-1123-2931-3271-35FE44C11469}"/>
                </a:ext>
              </a:extLst>
            </p:cNvPr>
            <p:cNvSpPr/>
            <p:nvPr/>
          </p:nvSpPr>
          <p:spPr>
            <a:xfrm>
              <a:off x="2535025" y="2270925"/>
              <a:ext cx="355725" cy="351000"/>
            </a:xfrm>
            <a:custGeom>
              <a:avLst/>
              <a:gdLst/>
              <a:ahLst/>
              <a:cxnLst/>
              <a:rect l="l" t="t" r="r" b="b"/>
              <a:pathLst>
                <a:path w="14229" h="14040" extrusionOk="0">
                  <a:moveTo>
                    <a:pt x="806" y="0"/>
                  </a:moveTo>
                  <a:lnTo>
                    <a:pt x="0" y="1137"/>
                  </a:lnTo>
                  <a:lnTo>
                    <a:pt x="1716" y="3156"/>
                  </a:lnTo>
                  <a:lnTo>
                    <a:pt x="304" y="3920"/>
                  </a:lnTo>
                  <a:cubicBezTo>
                    <a:pt x="304" y="3920"/>
                    <a:pt x="3835" y="8049"/>
                    <a:pt x="4138" y="8355"/>
                  </a:cubicBezTo>
                  <a:cubicBezTo>
                    <a:pt x="4239" y="8457"/>
                    <a:pt x="4889" y="8491"/>
                    <a:pt x="5711" y="8491"/>
                  </a:cubicBezTo>
                  <a:cubicBezTo>
                    <a:pt x="7355" y="8491"/>
                    <a:pt x="9687" y="8355"/>
                    <a:pt x="9687" y="8355"/>
                  </a:cubicBezTo>
                  <a:lnTo>
                    <a:pt x="11359" y="14039"/>
                  </a:lnTo>
                  <a:lnTo>
                    <a:pt x="14228" y="11528"/>
                  </a:lnTo>
                  <a:lnTo>
                    <a:pt x="10696" y="7178"/>
                  </a:lnTo>
                  <a:lnTo>
                    <a:pt x="5061" y="472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1">
              <a:extLst>
                <a:ext uri="{FF2B5EF4-FFF2-40B4-BE49-F238E27FC236}">
                  <a16:creationId xmlns:a16="http://schemas.microsoft.com/office/drawing/2014/main" id="{0206EC51-B890-FCD8-363E-BE81FE6D0E70}"/>
                </a:ext>
              </a:extLst>
            </p:cNvPr>
            <p:cNvSpPr/>
            <p:nvPr/>
          </p:nvSpPr>
          <p:spPr>
            <a:xfrm>
              <a:off x="2693900" y="2467500"/>
              <a:ext cx="640150" cy="429500"/>
            </a:xfrm>
            <a:custGeom>
              <a:avLst/>
              <a:gdLst/>
              <a:ahLst/>
              <a:cxnLst/>
              <a:rect l="l" t="t" r="r" b="b"/>
              <a:pathLst>
                <a:path w="25606" h="17180" extrusionOk="0">
                  <a:moveTo>
                    <a:pt x="10088" y="1"/>
                  </a:moveTo>
                  <a:cubicBezTo>
                    <a:pt x="10088" y="1"/>
                    <a:pt x="9400" y="933"/>
                    <a:pt x="8383" y="2304"/>
                  </a:cubicBezTo>
                  <a:cubicBezTo>
                    <a:pt x="8141" y="2627"/>
                    <a:pt x="7883" y="2975"/>
                    <a:pt x="7610" y="3342"/>
                  </a:cubicBezTo>
                  <a:cubicBezTo>
                    <a:pt x="7237" y="3842"/>
                    <a:pt x="6841" y="4375"/>
                    <a:pt x="6430" y="4925"/>
                  </a:cubicBezTo>
                  <a:cubicBezTo>
                    <a:pt x="5608" y="6027"/>
                    <a:pt x="4732" y="7196"/>
                    <a:pt x="3901" y="8299"/>
                  </a:cubicBezTo>
                  <a:cubicBezTo>
                    <a:pt x="3276" y="9128"/>
                    <a:pt x="2675" y="9921"/>
                    <a:pt x="2139" y="10621"/>
                  </a:cubicBezTo>
                  <a:cubicBezTo>
                    <a:pt x="1356" y="11643"/>
                    <a:pt x="714" y="12465"/>
                    <a:pt x="338" y="12912"/>
                  </a:cubicBezTo>
                  <a:cubicBezTo>
                    <a:pt x="164" y="13120"/>
                    <a:pt x="48" y="13246"/>
                    <a:pt x="0" y="13275"/>
                  </a:cubicBezTo>
                  <a:cubicBezTo>
                    <a:pt x="0" y="13275"/>
                    <a:pt x="1695" y="14092"/>
                    <a:pt x="3667" y="15022"/>
                  </a:cubicBezTo>
                  <a:cubicBezTo>
                    <a:pt x="5310" y="15797"/>
                    <a:pt x="7145" y="16650"/>
                    <a:pt x="8360" y="17179"/>
                  </a:cubicBezTo>
                  <a:lnTo>
                    <a:pt x="10797" y="17179"/>
                  </a:lnTo>
                  <a:cubicBezTo>
                    <a:pt x="11482" y="16823"/>
                    <a:pt x="12441" y="16307"/>
                    <a:pt x="13545" y="15700"/>
                  </a:cubicBezTo>
                  <a:cubicBezTo>
                    <a:pt x="18257" y="13108"/>
                    <a:pt x="25606" y="8912"/>
                    <a:pt x="25606" y="8912"/>
                  </a:cubicBezTo>
                  <a:lnTo>
                    <a:pt x="24654" y="8303"/>
                  </a:lnTo>
                  <a:lnTo>
                    <a:pt x="22092" y="6649"/>
                  </a:lnTo>
                  <a:lnTo>
                    <a:pt x="14721" y="1895"/>
                  </a:lnTo>
                  <a:lnTo>
                    <a:pt x="12811" y="1877"/>
                  </a:lnTo>
                  <a:lnTo>
                    <a:pt x="10088" y="1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1">
              <a:extLst>
                <a:ext uri="{FF2B5EF4-FFF2-40B4-BE49-F238E27FC236}">
                  <a16:creationId xmlns:a16="http://schemas.microsoft.com/office/drawing/2014/main" id="{E1685475-A353-AD0D-8FAD-5643CBCD0D88}"/>
                </a:ext>
              </a:extLst>
            </p:cNvPr>
            <p:cNvSpPr/>
            <p:nvPr/>
          </p:nvSpPr>
          <p:spPr>
            <a:xfrm>
              <a:off x="1967575" y="2563300"/>
              <a:ext cx="1113900" cy="334175"/>
            </a:xfrm>
            <a:custGeom>
              <a:avLst/>
              <a:gdLst/>
              <a:ahLst/>
              <a:cxnLst/>
              <a:rect l="l" t="t" r="r" b="b"/>
              <a:pathLst>
                <a:path w="44556" h="13367" extrusionOk="0">
                  <a:moveTo>
                    <a:pt x="44556" y="12888"/>
                  </a:moveTo>
                  <a:cubicBezTo>
                    <a:pt x="42674" y="13367"/>
                    <a:pt x="41369" y="13347"/>
                    <a:pt x="41369" y="13347"/>
                  </a:cubicBezTo>
                  <a:lnTo>
                    <a:pt x="16749" y="13347"/>
                  </a:lnTo>
                  <a:lnTo>
                    <a:pt x="15584" y="13347"/>
                  </a:lnTo>
                  <a:cubicBezTo>
                    <a:pt x="15584" y="13347"/>
                    <a:pt x="14199" y="13367"/>
                    <a:pt x="12221" y="12844"/>
                  </a:cubicBezTo>
                  <a:cubicBezTo>
                    <a:pt x="10704" y="12441"/>
                    <a:pt x="8841" y="11718"/>
                    <a:pt x="6987" y="10418"/>
                  </a:cubicBezTo>
                  <a:cubicBezTo>
                    <a:pt x="6510" y="10082"/>
                    <a:pt x="6032" y="9711"/>
                    <a:pt x="5563" y="9295"/>
                  </a:cubicBezTo>
                  <a:lnTo>
                    <a:pt x="5491" y="9231"/>
                  </a:lnTo>
                  <a:cubicBezTo>
                    <a:pt x="4149" y="8028"/>
                    <a:pt x="2867" y="6475"/>
                    <a:pt x="1789" y="4468"/>
                  </a:cubicBezTo>
                  <a:cubicBezTo>
                    <a:pt x="1096" y="3176"/>
                    <a:pt x="486" y="1696"/>
                    <a:pt x="0" y="0"/>
                  </a:cubicBezTo>
                  <a:cubicBezTo>
                    <a:pt x="474" y="85"/>
                    <a:pt x="973" y="212"/>
                    <a:pt x="1496" y="386"/>
                  </a:cubicBezTo>
                  <a:cubicBezTo>
                    <a:pt x="4106" y="1256"/>
                    <a:pt x="5810" y="3066"/>
                    <a:pt x="7560" y="4468"/>
                  </a:cubicBezTo>
                  <a:cubicBezTo>
                    <a:pt x="7908" y="4746"/>
                    <a:pt x="8258" y="5009"/>
                    <a:pt x="8615" y="5245"/>
                  </a:cubicBezTo>
                  <a:cubicBezTo>
                    <a:pt x="9776" y="6004"/>
                    <a:pt x="11034" y="6485"/>
                    <a:pt x="12643" y="6326"/>
                  </a:cubicBezTo>
                  <a:cubicBezTo>
                    <a:pt x="14951" y="6099"/>
                    <a:pt x="16583" y="5126"/>
                    <a:pt x="18532" y="4468"/>
                  </a:cubicBezTo>
                  <a:cubicBezTo>
                    <a:pt x="20458" y="3819"/>
                    <a:pt x="22690" y="3477"/>
                    <a:pt x="26183" y="4468"/>
                  </a:cubicBezTo>
                  <a:cubicBezTo>
                    <a:pt x="26218" y="4479"/>
                    <a:pt x="26253" y="4487"/>
                    <a:pt x="26288" y="4499"/>
                  </a:cubicBezTo>
                  <a:cubicBezTo>
                    <a:pt x="28196" y="5050"/>
                    <a:pt x="29787" y="5881"/>
                    <a:pt x="31192" y="6791"/>
                  </a:cubicBezTo>
                  <a:cubicBezTo>
                    <a:pt x="32329" y="7526"/>
                    <a:pt x="33345" y="8311"/>
                    <a:pt x="34311" y="9038"/>
                  </a:cubicBezTo>
                  <a:cubicBezTo>
                    <a:pt x="34648" y="9293"/>
                    <a:pt x="34979" y="9539"/>
                    <a:pt x="35308" y="9776"/>
                  </a:cubicBezTo>
                  <a:cubicBezTo>
                    <a:pt x="37206" y="11139"/>
                    <a:pt x="39001" y="12113"/>
                    <a:pt x="41277" y="11811"/>
                  </a:cubicBezTo>
                  <a:cubicBezTo>
                    <a:pt x="41738" y="11751"/>
                    <a:pt x="42177" y="11775"/>
                    <a:pt x="42596" y="11869"/>
                  </a:cubicBezTo>
                  <a:cubicBezTo>
                    <a:pt x="43312" y="12028"/>
                    <a:pt x="43964" y="12393"/>
                    <a:pt x="44556" y="1288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1">
              <a:extLst>
                <a:ext uri="{FF2B5EF4-FFF2-40B4-BE49-F238E27FC236}">
                  <a16:creationId xmlns:a16="http://schemas.microsoft.com/office/drawing/2014/main" id="{15CD185D-790D-8503-B882-91BD74711B9F}"/>
                </a:ext>
              </a:extLst>
            </p:cNvPr>
            <p:cNvSpPr/>
            <p:nvPr/>
          </p:nvSpPr>
          <p:spPr>
            <a:xfrm>
              <a:off x="2273050" y="2470650"/>
              <a:ext cx="1138200" cy="426825"/>
            </a:xfrm>
            <a:custGeom>
              <a:avLst/>
              <a:gdLst/>
              <a:ahLst/>
              <a:cxnLst/>
              <a:rect l="l" t="t" r="r" b="b"/>
              <a:pathLst>
                <a:path w="45528" h="17073" extrusionOk="0">
                  <a:moveTo>
                    <a:pt x="45528" y="0"/>
                  </a:moveTo>
                  <a:cubicBezTo>
                    <a:pt x="45023" y="3333"/>
                    <a:pt x="44101" y="6015"/>
                    <a:pt x="42942" y="8174"/>
                  </a:cubicBezTo>
                  <a:cubicBezTo>
                    <a:pt x="39951" y="13744"/>
                    <a:pt x="35386" y="15820"/>
                    <a:pt x="32336" y="16594"/>
                  </a:cubicBezTo>
                  <a:cubicBezTo>
                    <a:pt x="30453" y="17073"/>
                    <a:pt x="29148" y="17053"/>
                    <a:pt x="29148" y="17053"/>
                  </a:cubicBezTo>
                  <a:lnTo>
                    <a:pt x="4528" y="17053"/>
                  </a:lnTo>
                  <a:lnTo>
                    <a:pt x="3362" y="17053"/>
                  </a:lnTo>
                  <a:cubicBezTo>
                    <a:pt x="3362" y="17053"/>
                    <a:pt x="1977" y="17073"/>
                    <a:pt x="1" y="16550"/>
                  </a:cubicBezTo>
                  <a:cubicBezTo>
                    <a:pt x="165" y="16382"/>
                    <a:pt x="334" y="16218"/>
                    <a:pt x="506" y="16060"/>
                  </a:cubicBezTo>
                  <a:cubicBezTo>
                    <a:pt x="1421" y="15218"/>
                    <a:pt x="2471" y="14490"/>
                    <a:pt x="3661" y="13989"/>
                  </a:cubicBezTo>
                  <a:cubicBezTo>
                    <a:pt x="8193" y="12086"/>
                    <a:pt x="10879" y="16093"/>
                    <a:pt x="16254" y="15863"/>
                  </a:cubicBezTo>
                  <a:cubicBezTo>
                    <a:pt x="17810" y="15798"/>
                    <a:pt x="19221" y="15437"/>
                    <a:pt x="20500" y="14896"/>
                  </a:cubicBezTo>
                  <a:cubicBezTo>
                    <a:pt x="21428" y="14505"/>
                    <a:pt x="22290" y="14017"/>
                    <a:pt x="23087" y="13478"/>
                  </a:cubicBezTo>
                  <a:cubicBezTo>
                    <a:pt x="23446" y="13237"/>
                    <a:pt x="23793" y="12982"/>
                    <a:pt x="24127" y="12724"/>
                  </a:cubicBezTo>
                  <a:cubicBezTo>
                    <a:pt x="25551" y="11619"/>
                    <a:pt x="26748" y="10401"/>
                    <a:pt x="27754" y="9386"/>
                  </a:cubicBezTo>
                  <a:cubicBezTo>
                    <a:pt x="28233" y="8906"/>
                    <a:pt x="28698" y="8505"/>
                    <a:pt x="29153" y="8173"/>
                  </a:cubicBezTo>
                  <a:cubicBezTo>
                    <a:pt x="29389" y="8000"/>
                    <a:pt x="29623" y="7845"/>
                    <a:pt x="29854" y="7706"/>
                  </a:cubicBezTo>
                  <a:cubicBezTo>
                    <a:pt x="33217" y="5694"/>
                    <a:pt x="36038" y="7151"/>
                    <a:pt x="38926" y="6519"/>
                  </a:cubicBezTo>
                  <a:cubicBezTo>
                    <a:pt x="39271" y="6445"/>
                    <a:pt x="39617" y="6338"/>
                    <a:pt x="39965" y="6195"/>
                  </a:cubicBezTo>
                  <a:cubicBezTo>
                    <a:pt x="43465" y="4742"/>
                    <a:pt x="42327" y="2238"/>
                    <a:pt x="45528" y="0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1">
              <a:extLst>
                <a:ext uri="{FF2B5EF4-FFF2-40B4-BE49-F238E27FC236}">
                  <a16:creationId xmlns:a16="http://schemas.microsoft.com/office/drawing/2014/main" id="{9811F02F-9F36-52DE-45EF-440F98DF4343}"/>
                </a:ext>
              </a:extLst>
            </p:cNvPr>
            <p:cNvSpPr/>
            <p:nvPr/>
          </p:nvSpPr>
          <p:spPr>
            <a:xfrm>
              <a:off x="2933175" y="2501500"/>
              <a:ext cx="268375" cy="132125"/>
            </a:xfrm>
            <a:custGeom>
              <a:avLst/>
              <a:gdLst/>
              <a:ahLst/>
              <a:cxnLst/>
              <a:rect l="l" t="t" r="r" b="b"/>
              <a:pathLst>
                <a:path w="10735" h="5285" extrusionOk="0">
                  <a:moveTo>
                    <a:pt x="856" y="1"/>
                  </a:moveTo>
                  <a:lnTo>
                    <a:pt x="0" y="1147"/>
                  </a:lnTo>
                  <a:lnTo>
                    <a:pt x="3044" y="3139"/>
                  </a:lnTo>
                  <a:lnTo>
                    <a:pt x="4006" y="2848"/>
                  </a:lnTo>
                  <a:lnTo>
                    <a:pt x="7846" y="4870"/>
                  </a:lnTo>
                  <a:cubicBezTo>
                    <a:pt x="8751" y="5217"/>
                    <a:pt x="9619" y="5285"/>
                    <a:pt x="10163" y="5285"/>
                  </a:cubicBezTo>
                  <a:cubicBezTo>
                    <a:pt x="10518" y="5285"/>
                    <a:pt x="10735" y="5256"/>
                    <a:pt x="10735" y="5256"/>
                  </a:cubicBezTo>
                  <a:lnTo>
                    <a:pt x="4646" y="1561"/>
                  </a:lnTo>
                  <a:lnTo>
                    <a:pt x="2724" y="1250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1">
              <a:extLst>
                <a:ext uri="{FF2B5EF4-FFF2-40B4-BE49-F238E27FC236}">
                  <a16:creationId xmlns:a16="http://schemas.microsoft.com/office/drawing/2014/main" id="{19A2942F-EE6F-9B14-3208-97258E5E3B87}"/>
                </a:ext>
              </a:extLst>
            </p:cNvPr>
            <p:cNvSpPr/>
            <p:nvPr/>
          </p:nvSpPr>
          <p:spPr>
            <a:xfrm>
              <a:off x="2147875" y="2028650"/>
              <a:ext cx="113975" cy="191350"/>
            </a:xfrm>
            <a:custGeom>
              <a:avLst/>
              <a:gdLst/>
              <a:ahLst/>
              <a:cxnLst/>
              <a:rect l="l" t="t" r="r" b="b"/>
              <a:pathLst>
                <a:path w="4559" h="7654" extrusionOk="0">
                  <a:moveTo>
                    <a:pt x="351" y="1"/>
                  </a:moveTo>
                  <a:cubicBezTo>
                    <a:pt x="248" y="1"/>
                    <a:pt x="165" y="34"/>
                    <a:pt x="99" y="99"/>
                  </a:cubicBezTo>
                  <a:cubicBezTo>
                    <a:pt x="32" y="166"/>
                    <a:pt x="0" y="243"/>
                    <a:pt x="0" y="329"/>
                  </a:cubicBezTo>
                  <a:lnTo>
                    <a:pt x="0" y="7325"/>
                  </a:lnTo>
                  <a:cubicBezTo>
                    <a:pt x="0" y="7412"/>
                    <a:pt x="30" y="7488"/>
                    <a:pt x="92" y="7555"/>
                  </a:cubicBezTo>
                  <a:cubicBezTo>
                    <a:pt x="154" y="7620"/>
                    <a:pt x="233" y="7654"/>
                    <a:pt x="327" y="7654"/>
                  </a:cubicBezTo>
                  <a:lnTo>
                    <a:pt x="4219" y="7654"/>
                  </a:lnTo>
                  <a:cubicBezTo>
                    <a:pt x="4312" y="7654"/>
                    <a:pt x="4393" y="7625"/>
                    <a:pt x="4458" y="7562"/>
                  </a:cubicBezTo>
                  <a:cubicBezTo>
                    <a:pt x="4525" y="7501"/>
                    <a:pt x="4558" y="7420"/>
                    <a:pt x="4558" y="7327"/>
                  </a:cubicBezTo>
                  <a:cubicBezTo>
                    <a:pt x="4558" y="7239"/>
                    <a:pt x="4525" y="7165"/>
                    <a:pt x="4458" y="7103"/>
                  </a:cubicBezTo>
                  <a:cubicBezTo>
                    <a:pt x="4394" y="7042"/>
                    <a:pt x="4312" y="7010"/>
                    <a:pt x="4219" y="7010"/>
                  </a:cubicBezTo>
                  <a:lnTo>
                    <a:pt x="4219" y="7008"/>
                  </a:lnTo>
                  <a:lnTo>
                    <a:pt x="691" y="7008"/>
                  </a:lnTo>
                  <a:lnTo>
                    <a:pt x="691" y="329"/>
                  </a:lnTo>
                  <a:cubicBezTo>
                    <a:pt x="691" y="243"/>
                    <a:pt x="656" y="166"/>
                    <a:pt x="586" y="99"/>
                  </a:cubicBezTo>
                  <a:cubicBezTo>
                    <a:pt x="517" y="34"/>
                    <a:pt x="439" y="1"/>
                    <a:pt x="351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1">
              <a:extLst>
                <a:ext uri="{FF2B5EF4-FFF2-40B4-BE49-F238E27FC236}">
                  <a16:creationId xmlns:a16="http://schemas.microsoft.com/office/drawing/2014/main" id="{B8D86F5B-9CCB-1261-CEAA-2075457A6BB9}"/>
                </a:ext>
              </a:extLst>
            </p:cNvPr>
            <p:cNvSpPr/>
            <p:nvPr/>
          </p:nvSpPr>
          <p:spPr>
            <a:xfrm>
              <a:off x="2293350" y="2028700"/>
              <a:ext cx="116725" cy="191300"/>
            </a:xfrm>
            <a:custGeom>
              <a:avLst/>
              <a:gdLst/>
              <a:ahLst/>
              <a:cxnLst/>
              <a:rect l="l" t="t" r="r" b="b"/>
              <a:pathLst>
                <a:path w="4669" h="7652" extrusionOk="0">
                  <a:moveTo>
                    <a:pt x="323" y="0"/>
                  </a:moveTo>
                  <a:cubicBezTo>
                    <a:pt x="230" y="0"/>
                    <a:pt x="152" y="33"/>
                    <a:pt x="92" y="97"/>
                  </a:cubicBezTo>
                  <a:cubicBezTo>
                    <a:pt x="31" y="164"/>
                    <a:pt x="0" y="241"/>
                    <a:pt x="0" y="327"/>
                  </a:cubicBezTo>
                  <a:lnTo>
                    <a:pt x="0" y="7322"/>
                  </a:lnTo>
                  <a:cubicBezTo>
                    <a:pt x="0" y="7410"/>
                    <a:pt x="30" y="7486"/>
                    <a:pt x="92" y="7552"/>
                  </a:cubicBezTo>
                  <a:cubicBezTo>
                    <a:pt x="153" y="7618"/>
                    <a:pt x="233" y="7652"/>
                    <a:pt x="327" y="7652"/>
                  </a:cubicBezTo>
                  <a:lnTo>
                    <a:pt x="4329" y="7652"/>
                  </a:lnTo>
                  <a:cubicBezTo>
                    <a:pt x="4422" y="7652"/>
                    <a:pt x="4503" y="7624"/>
                    <a:pt x="4568" y="7564"/>
                  </a:cubicBezTo>
                  <a:cubicBezTo>
                    <a:pt x="4635" y="7506"/>
                    <a:pt x="4668" y="7429"/>
                    <a:pt x="4668" y="7335"/>
                  </a:cubicBezTo>
                  <a:cubicBezTo>
                    <a:pt x="4668" y="7248"/>
                    <a:pt x="4635" y="7172"/>
                    <a:pt x="4568" y="7105"/>
                  </a:cubicBezTo>
                  <a:cubicBezTo>
                    <a:pt x="4504" y="7040"/>
                    <a:pt x="4422" y="7006"/>
                    <a:pt x="4329" y="7006"/>
                  </a:cubicBezTo>
                  <a:lnTo>
                    <a:pt x="688" y="7006"/>
                  </a:lnTo>
                  <a:lnTo>
                    <a:pt x="688" y="4033"/>
                  </a:lnTo>
                  <a:lnTo>
                    <a:pt x="3835" y="4033"/>
                  </a:lnTo>
                  <a:cubicBezTo>
                    <a:pt x="3928" y="4033"/>
                    <a:pt x="4009" y="4005"/>
                    <a:pt x="4074" y="3946"/>
                  </a:cubicBezTo>
                  <a:cubicBezTo>
                    <a:pt x="4141" y="3887"/>
                    <a:pt x="4174" y="3811"/>
                    <a:pt x="4174" y="3716"/>
                  </a:cubicBezTo>
                  <a:cubicBezTo>
                    <a:pt x="4174" y="3630"/>
                    <a:pt x="4141" y="3553"/>
                    <a:pt x="4074" y="3486"/>
                  </a:cubicBezTo>
                  <a:cubicBezTo>
                    <a:pt x="4010" y="3421"/>
                    <a:pt x="3928" y="3388"/>
                    <a:pt x="3835" y="3388"/>
                  </a:cubicBezTo>
                  <a:lnTo>
                    <a:pt x="685" y="3388"/>
                  </a:lnTo>
                  <a:lnTo>
                    <a:pt x="685" y="644"/>
                  </a:lnTo>
                  <a:lnTo>
                    <a:pt x="4325" y="644"/>
                  </a:lnTo>
                  <a:cubicBezTo>
                    <a:pt x="4419" y="644"/>
                    <a:pt x="4498" y="617"/>
                    <a:pt x="4565" y="557"/>
                  </a:cubicBezTo>
                  <a:cubicBezTo>
                    <a:pt x="4631" y="498"/>
                    <a:pt x="4664" y="422"/>
                    <a:pt x="4664" y="327"/>
                  </a:cubicBezTo>
                  <a:cubicBezTo>
                    <a:pt x="4664" y="234"/>
                    <a:pt x="4631" y="156"/>
                    <a:pt x="4565" y="93"/>
                  </a:cubicBezTo>
                  <a:cubicBezTo>
                    <a:pt x="4501" y="32"/>
                    <a:pt x="4419" y="0"/>
                    <a:pt x="4325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1">
              <a:extLst>
                <a:ext uri="{FF2B5EF4-FFF2-40B4-BE49-F238E27FC236}">
                  <a16:creationId xmlns:a16="http://schemas.microsoft.com/office/drawing/2014/main" id="{AEAC7C0C-CA02-D149-FDDD-17D74CE83926}"/>
                </a:ext>
              </a:extLst>
            </p:cNvPr>
            <p:cNvSpPr/>
            <p:nvPr/>
          </p:nvSpPr>
          <p:spPr>
            <a:xfrm>
              <a:off x="2432025" y="2028700"/>
              <a:ext cx="146550" cy="191300"/>
            </a:xfrm>
            <a:custGeom>
              <a:avLst/>
              <a:gdLst/>
              <a:ahLst/>
              <a:cxnLst/>
              <a:rect l="l" t="t" r="r" b="b"/>
              <a:pathLst>
                <a:path w="5862" h="7652" extrusionOk="0">
                  <a:moveTo>
                    <a:pt x="329" y="0"/>
                  </a:moveTo>
                  <a:cubicBezTo>
                    <a:pt x="243" y="0"/>
                    <a:pt x="166" y="31"/>
                    <a:pt x="100" y="88"/>
                  </a:cubicBezTo>
                  <a:cubicBezTo>
                    <a:pt x="34" y="146"/>
                    <a:pt x="1" y="223"/>
                    <a:pt x="1" y="317"/>
                  </a:cubicBezTo>
                  <a:cubicBezTo>
                    <a:pt x="1" y="406"/>
                    <a:pt x="34" y="479"/>
                    <a:pt x="100" y="536"/>
                  </a:cubicBezTo>
                  <a:cubicBezTo>
                    <a:pt x="166" y="594"/>
                    <a:pt x="243" y="624"/>
                    <a:pt x="329" y="624"/>
                  </a:cubicBezTo>
                  <a:lnTo>
                    <a:pt x="2581" y="624"/>
                  </a:lnTo>
                  <a:lnTo>
                    <a:pt x="2581" y="7323"/>
                  </a:lnTo>
                  <a:cubicBezTo>
                    <a:pt x="2581" y="7410"/>
                    <a:pt x="2615" y="7486"/>
                    <a:pt x="2680" y="7553"/>
                  </a:cubicBezTo>
                  <a:cubicBezTo>
                    <a:pt x="2747" y="7618"/>
                    <a:pt x="2830" y="7652"/>
                    <a:pt x="2932" y="7652"/>
                  </a:cubicBezTo>
                  <a:cubicBezTo>
                    <a:pt x="3027" y="7652"/>
                    <a:pt x="3106" y="7618"/>
                    <a:pt x="3171" y="7553"/>
                  </a:cubicBezTo>
                  <a:cubicBezTo>
                    <a:pt x="3237" y="7486"/>
                    <a:pt x="3270" y="7410"/>
                    <a:pt x="3270" y="7323"/>
                  </a:cubicBezTo>
                  <a:lnTo>
                    <a:pt x="3270" y="624"/>
                  </a:lnTo>
                  <a:lnTo>
                    <a:pt x="5523" y="624"/>
                  </a:lnTo>
                  <a:cubicBezTo>
                    <a:pt x="5617" y="624"/>
                    <a:pt x="5697" y="596"/>
                    <a:pt x="5763" y="541"/>
                  </a:cubicBezTo>
                  <a:cubicBezTo>
                    <a:pt x="5830" y="486"/>
                    <a:pt x="5862" y="411"/>
                    <a:pt x="5862" y="317"/>
                  </a:cubicBezTo>
                  <a:cubicBezTo>
                    <a:pt x="5862" y="223"/>
                    <a:pt x="5828" y="146"/>
                    <a:pt x="5763" y="88"/>
                  </a:cubicBezTo>
                  <a:cubicBezTo>
                    <a:pt x="5699" y="31"/>
                    <a:pt x="5617" y="0"/>
                    <a:pt x="552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1">
              <a:extLst>
                <a:ext uri="{FF2B5EF4-FFF2-40B4-BE49-F238E27FC236}">
                  <a16:creationId xmlns:a16="http://schemas.microsoft.com/office/drawing/2014/main" id="{C8848B87-5CFE-26BF-3C14-301A0654BBBD}"/>
                </a:ext>
              </a:extLst>
            </p:cNvPr>
            <p:cNvSpPr/>
            <p:nvPr/>
          </p:nvSpPr>
          <p:spPr>
            <a:xfrm>
              <a:off x="2597650" y="2026775"/>
              <a:ext cx="32850" cy="50025"/>
            </a:xfrm>
            <a:custGeom>
              <a:avLst/>
              <a:gdLst/>
              <a:ahLst/>
              <a:cxnLst/>
              <a:rect l="l" t="t" r="r" b="b"/>
              <a:pathLst>
                <a:path w="1314" h="2001" extrusionOk="0">
                  <a:moveTo>
                    <a:pt x="666" y="0"/>
                  </a:moveTo>
                  <a:cubicBezTo>
                    <a:pt x="563" y="0"/>
                    <a:pt x="465" y="21"/>
                    <a:pt x="375" y="62"/>
                  </a:cubicBezTo>
                  <a:cubicBezTo>
                    <a:pt x="285" y="102"/>
                    <a:pt x="208" y="156"/>
                    <a:pt x="145" y="226"/>
                  </a:cubicBezTo>
                  <a:cubicBezTo>
                    <a:pt x="83" y="296"/>
                    <a:pt x="48" y="369"/>
                    <a:pt x="41" y="450"/>
                  </a:cubicBezTo>
                  <a:cubicBezTo>
                    <a:pt x="34" y="514"/>
                    <a:pt x="42" y="571"/>
                    <a:pt x="69" y="618"/>
                  </a:cubicBezTo>
                  <a:cubicBezTo>
                    <a:pt x="95" y="666"/>
                    <a:pt x="130" y="707"/>
                    <a:pt x="173" y="744"/>
                  </a:cubicBezTo>
                  <a:cubicBezTo>
                    <a:pt x="209" y="714"/>
                    <a:pt x="257" y="692"/>
                    <a:pt x="311" y="673"/>
                  </a:cubicBezTo>
                  <a:cubicBezTo>
                    <a:pt x="364" y="653"/>
                    <a:pt x="418" y="645"/>
                    <a:pt x="468" y="645"/>
                  </a:cubicBezTo>
                  <a:cubicBezTo>
                    <a:pt x="542" y="645"/>
                    <a:pt x="600" y="671"/>
                    <a:pt x="645" y="721"/>
                  </a:cubicBezTo>
                  <a:cubicBezTo>
                    <a:pt x="688" y="771"/>
                    <a:pt x="710" y="838"/>
                    <a:pt x="710" y="918"/>
                  </a:cubicBezTo>
                  <a:cubicBezTo>
                    <a:pt x="710" y="1028"/>
                    <a:pt x="683" y="1132"/>
                    <a:pt x="628" y="1235"/>
                  </a:cubicBezTo>
                  <a:cubicBezTo>
                    <a:pt x="575" y="1337"/>
                    <a:pt x="496" y="1413"/>
                    <a:pt x="394" y="1465"/>
                  </a:cubicBezTo>
                  <a:cubicBezTo>
                    <a:pt x="298" y="1516"/>
                    <a:pt x="209" y="1549"/>
                    <a:pt x="126" y="1563"/>
                  </a:cubicBezTo>
                  <a:cubicBezTo>
                    <a:pt x="42" y="1577"/>
                    <a:pt x="1" y="1643"/>
                    <a:pt x="1" y="1760"/>
                  </a:cubicBezTo>
                  <a:cubicBezTo>
                    <a:pt x="1" y="1847"/>
                    <a:pt x="28" y="1910"/>
                    <a:pt x="88" y="1946"/>
                  </a:cubicBezTo>
                  <a:cubicBezTo>
                    <a:pt x="145" y="1982"/>
                    <a:pt x="211" y="2000"/>
                    <a:pt x="285" y="2000"/>
                  </a:cubicBezTo>
                  <a:cubicBezTo>
                    <a:pt x="394" y="2000"/>
                    <a:pt x="509" y="1961"/>
                    <a:pt x="628" y="1885"/>
                  </a:cubicBezTo>
                  <a:cubicBezTo>
                    <a:pt x="749" y="1808"/>
                    <a:pt x="862" y="1704"/>
                    <a:pt x="968" y="1573"/>
                  </a:cubicBezTo>
                  <a:cubicBezTo>
                    <a:pt x="1074" y="1444"/>
                    <a:pt x="1157" y="1300"/>
                    <a:pt x="1220" y="1147"/>
                  </a:cubicBezTo>
                  <a:cubicBezTo>
                    <a:pt x="1281" y="996"/>
                    <a:pt x="1313" y="834"/>
                    <a:pt x="1313" y="667"/>
                  </a:cubicBezTo>
                  <a:cubicBezTo>
                    <a:pt x="1313" y="457"/>
                    <a:pt x="1253" y="291"/>
                    <a:pt x="1129" y="177"/>
                  </a:cubicBezTo>
                  <a:cubicBezTo>
                    <a:pt x="1010" y="60"/>
                    <a:pt x="855" y="0"/>
                    <a:pt x="66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1">
              <a:extLst>
                <a:ext uri="{FF2B5EF4-FFF2-40B4-BE49-F238E27FC236}">
                  <a16:creationId xmlns:a16="http://schemas.microsoft.com/office/drawing/2014/main" id="{05F9CB54-31C5-A6CF-3700-2B2D4B95FC41}"/>
                </a:ext>
              </a:extLst>
            </p:cNvPr>
            <p:cNvSpPr/>
            <p:nvPr/>
          </p:nvSpPr>
          <p:spPr>
            <a:xfrm>
              <a:off x="2650750" y="2026000"/>
              <a:ext cx="130650" cy="196775"/>
            </a:xfrm>
            <a:custGeom>
              <a:avLst/>
              <a:gdLst/>
              <a:ahLst/>
              <a:cxnLst/>
              <a:rect l="l" t="t" r="r" b="b"/>
              <a:pathLst>
                <a:path w="5226" h="7871" extrusionOk="0">
                  <a:moveTo>
                    <a:pt x="2785" y="1"/>
                  </a:moveTo>
                  <a:cubicBezTo>
                    <a:pt x="2290" y="1"/>
                    <a:pt x="1856" y="87"/>
                    <a:pt x="1480" y="258"/>
                  </a:cubicBezTo>
                  <a:cubicBezTo>
                    <a:pt x="1104" y="428"/>
                    <a:pt x="813" y="665"/>
                    <a:pt x="610" y="968"/>
                  </a:cubicBezTo>
                  <a:cubicBezTo>
                    <a:pt x="405" y="1270"/>
                    <a:pt x="304" y="1615"/>
                    <a:pt x="304" y="2001"/>
                  </a:cubicBezTo>
                  <a:cubicBezTo>
                    <a:pt x="304" y="2335"/>
                    <a:pt x="362" y="2624"/>
                    <a:pt x="479" y="2864"/>
                  </a:cubicBezTo>
                  <a:cubicBezTo>
                    <a:pt x="596" y="3106"/>
                    <a:pt x="759" y="3308"/>
                    <a:pt x="966" y="3472"/>
                  </a:cubicBezTo>
                  <a:cubicBezTo>
                    <a:pt x="1175" y="3635"/>
                    <a:pt x="1414" y="3774"/>
                    <a:pt x="1689" y="3887"/>
                  </a:cubicBezTo>
                  <a:cubicBezTo>
                    <a:pt x="1961" y="4001"/>
                    <a:pt x="2247" y="4105"/>
                    <a:pt x="2546" y="4198"/>
                  </a:cubicBezTo>
                  <a:cubicBezTo>
                    <a:pt x="2911" y="4300"/>
                    <a:pt x="3242" y="4420"/>
                    <a:pt x="3541" y="4559"/>
                  </a:cubicBezTo>
                  <a:cubicBezTo>
                    <a:pt x="3840" y="4697"/>
                    <a:pt x="4078" y="4868"/>
                    <a:pt x="4258" y="5072"/>
                  </a:cubicBezTo>
                  <a:cubicBezTo>
                    <a:pt x="4436" y="5276"/>
                    <a:pt x="4529" y="5546"/>
                    <a:pt x="4536" y="5881"/>
                  </a:cubicBezTo>
                  <a:cubicBezTo>
                    <a:pt x="4536" y="6151"/>
                    <a:pt x="4457" y="6388"/>
                    <a:pt x="4297" y="6591"/>
                  </a:cubicBezTo>
                  <a:cubicBezTo>
                    <a:pt x="4137" y="6794"/>
                    <a:pt x="3918" y="6951"/>
                    <a:pt x="3645" y="7060"/>
                  </a:cubicBezTo>
                  <a:cubicBezTo>
                    <a:pt x="3373" y="7170"/>
                    <a:pt x="3061" y="7224"/>
                    <a:pt x="2712" y="7224"/>
                  </a:cubicBezTo>
                  <a:cubicBezTo>
                    <a:pt x="2295" y="7224"/>
                    <a:pt x="1907" y="7143"/>
                    <a:pt x="1548" y="6983"/>
                  </a:cubicBezTo>
                  <a:cubicBezTo>
                    <a:pt x="1188" y="6823"/>
                    <a:pt x="863" y="6591"/>
                    <a:pt x="581" y="6285"/>
                  </a:cubicBezTo>
                  <a:cubicBezTo>
                    <a:pt x="507" y="6211"/>
                    <a:pt x="428" y="6175"/>
                    <a:pt x="340" y="6175"/>
                  </a:cubicBezTo>
                  <a:cubicBezTo>
                    <a:pt x="254" y="6175"/>
                    <a:pt x="174" y="6211"/>
                    <a:pt x="105" y="6285"/>
                  </a:cubicBezTo>
                  <a:cubicBezTo>
                    <a:pt x="35" y="6357"/>
                    <a:pt x="0" y="6438"/>
                    <a:pt x="0" y="6524"/>
                  </a:cubicBezTo>
                  <a:cubicBezTo>
                    <a:pt x="0" y="6584"/>
                    <a:pt x="13" y="6634"/>
                    <a:pt x="39" y="6677"/>
                  </a:cubicBezTo>
                  <a:cubicBezTo>
                    <a:pt x="63" y="6722"/>
                    <a:pt x="95" y="6761"/>
                    <a:pt x="131" y="6798"/>
                  </a:cubicBezTo>
                  <a:cubicBezTo>
                    <a:pt x="501" y="7161"/>
                    <a:pt x="891" y="7433"/>
                    <a:pt x="1300" y="7612"/>
                  </a:cubicBezTo>
                  <a:cubicBezTo>
                    <a:pt x="1693" y="7784"/>
                    <a:pt x="2154" y="7870"/>
                    <a:pt x="2681" y="7870"/>
                  </a:cubicBezTo>
                  <a:cubicBezTo>
                    <a:pt x="2701" y="7870"/>
                    <a:pt x="2722" y="7870"/>
                    <a:pt x="2742" y="7870"/>
                  </a:cubicBezTo>
                  <a:cubicBezTo>
                    <a:pt x="3236" y="7863"/>
                    <a:pt x="3670" y="7772"/>
                    <a:pt x="4038" y="7596"/>
                  </a:cubicBezTo>
                  <a:cubicBezTo>
                    <a:pt x="4407" y="7422"/>
                    <a:pt x="4696" y="7185"/>
                    <a:pt x="4908" y="6886"/>
                  </a:cubicBezTo>
                  <a:cubicBezTo>
                    <a:pt x="5119" y="6587"/>
                    <a:pt x="5225" y="6253"/>
                    <a:pt x="5225" y="5881"/>
                  </a:cubicBezTo>
                  <a:cubicBezTo>
                    <a:pt x="5225" y="5494"/>
                    <a:pt x="5161" y="5174"/>
                    <a:pt x="5033" y="4919"/>
                  </a:cubicBezTo>
                  <a:cubicBezTo>
                    <a:pt x="4905" y="4665"/>
                    <a:pt x="4731" y="4453"/>
                    <a:pt x="4508" y="4286"/>
                  </a:cubicBezTo>
                  <a:cubicBezTo>
                    <a:pt x="4286" y="4119"/>
                    <a:pt x="4030" y="3977"/>
                    <a:pt x="3743" y="3864"/>
                  </a:cubicBezTo>
                  <a:cubicBezTo>
                    <a:pt x="3456" y="3752"/>
                    <a:pt x="3154" y="3650"/>
                    <a:pt x="2841" y="3564"/>
                  </a:cubicBezTo>
                  <a:cubicBezTo>
                    <a:pt x="2520" y="3454"/>
                    <a:pt x="2217" y="3335"/>
                    <a:pt x="1934" y="3209"/>
                  </a:cubicBezTo>
                  <a:cubicBezTo>
                    <a:pt x="1648" y="3082"/>
                    <a:pt x="1420" y="2922"/>
                    <a:pt x="1245" y="2729"/>
                  </a:cubicBezTo>
                  <a:cubicBezTo>
                    <a:pt x="1069" y="2535"/>
                    <a:pt x="982" y="2286"/>
                    <a:pt x="982" y="1980"/>
                  </a:cubicBezTo>
                  <a:cubicBezTo>
                    <a:pt x="982" y="1695"/>
                    <a:pt x="1060" y="1455"/>
                    <a:pt x="1217" y="1259"/>
                  </a:cubicBezTo>
                  <a:cubicBezTo>
                    <a:pt x="1373" y="1061"/>
                    <a:pt x="1588" y="911"/>
                    <a:pt x="1863" y="804"/>
                  </a:cubicBezTo>
                  <a:cubicBezTo>
                    <a:pt x="2135" y="698"/>
                    <a:pt x="2443" y="647"/>
                    <a:pt x="2785" y="647"/>
                  </a:cubicBezTo>
                  <a:cubicBezTo>
                    <a:pt x="3034" y="647"/>
                    <a:pt x="3272" y="679"/>
                    <a:pt x="3502" y="745"/>
                  </a:cubicBezTo>
                  <a:cubicBezTo>
                    <a:pt x="3732" y="809"/>
                    <a:pt x="3940" y="904"/>
                    <a:pt x="4131" y="1024"/>
                  </a:cubicBezTo>
                  <a:cubicBezTo>
                    <a:pt x="4320" y="1143"/>
                    <a:pt x="4476" y="1281"/>
                    <a:pt x="4600" y="1434"/>
                  </a:cubicBezTo>
                  <a:cubicBezTo>
                    <a:pt x="4652" y="1484"/>
                    <a:pt x="4713" y="1511"/>
                    <a:pt x="4787" y="1511"/>
                  </a:cubicBezTo>
                  <a:cubicBezTo>
                    <a:pt x="4873" y="1511"/>
                    <a:pt x="4954" y="1476"/>
                    <a:pt x="5026" y="1407"/>
                  </a:cubicBezTo>
                  <a:cubicBezTo>
                    <a:pt x="5100" y="1337"/>
                    <a:pt x="5136" y="1262"/>
                    <a:pt x="5136" y="1182"/>
                  </a:cubicBezTo>
                  <a:cubicBezTo>
                    <a:pt x="5136" y="1088"/>
                    <a:pt x="5082" y="982"/>
                    <a:pt x="4973" y="865"/>
                  </a:cubicBezTo>
                  <a:cubicBezTo>
                    <a:pt x="4738" y="580"/>
                    <a:pt x="4423" y="365"/>
                    <a:pt x="4027" y="219"/>
                  </a:cubicBezTo>
                  <a:cubicBezTo>
                    <a:pt x="3630" y="73"/>
                    <a:pt x="3215" y="1"/>
                    <a:pt x="2785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1">
              <a:extLst>
                <a:ext uri="{FF2B5EF4-FFF2-40B4-BE49-F238E27FC236}">
                  <a16:creationId xmlns:a16="http://schemas.microsoft.com/office/drawing/2014/main" id="{FD22908F-E12A-4305-D451-19D8D541CE17}"/>
                </a:ext>
              </a:extLst>
            </p:cNvPr>
            <p:cNvSpPr/>
            <p:nvPr/>
          </p:nvSpPr>
          <p:spPr>
            <a:xfrm>
              <a:off x="2830425" y="1996750"/>
              <a:ext cx="154225" cy="241525"/>
            </a:xfrm>
            <a:custGeom>
              <a:avLst/>
              <a:gdLst/>
              <a:ahLst/>
              <a:cxnLst/>
              <a:rect l="l" t="t" r="r" b="b"/>
              <a:pathLst>
                <a:path w="6169" h="9661" extrusionOk="0">
                  <a:moveTo>
                    <a:pt x="842" y="0"/>
                  </a:moveTo>
                  <a:cubicBezTo>
                    <a:pt x="604" y="0"/>
                    <a:pt x="403" y="81"/>
                    <a:pt x="243" y="241"/>
                  </a:cubicBezTo>
                  <a:cubicBezTo>
                    <a:pt x="81" y="404"/>
                    <a:pt x="0" y="603"/>
                    <a:pt x="0" y="842"/>
                  </a:cubicBezTo>
                  <a:lnTo>
                    <a:pt x="0" y="8819"/>
                  </a:lnTo>
                  <a:cubicBezTo>
                    <a:pt x="0" y="9057"/>
                    <a:pt x="81" y="9258"/>
                    <a:pt x="243" y="9418"/>
                  </a:cubicBezTo>
                  <a:cubicBezTo>
                    <a:pt x="404" y="9580"/>
                    <a:pt x="613" y="9661"/>
                    <a:pt x="870" y="9661"/>
                  </a:cubicBezTo>
                  <a:cubicBezTo>
                    <a:pt x="1100" y="9661"/>
                    <a:pt x="1302" y="9578"/>
                    <a:pt x="1467" y="9420"/>
                  </a:cubicBezTo>
                  <a:cubicBezTo>
                    <a:pt x="1637" y="9260"/>
                    <a:pt x="1722" y="9061"/>
                    <a:pt x="1722" y="8820"/>
                  </a:cubicBezTo>
                  <a:lnTo>
                    <a:pt x="1722" y="5604"/>
                  </a:lnTo>
                  <a:lnTo>
                    <a:pt x="4705" y="5604"/>
                  </a:lnTo>
                  <a:cubicBezTo>
                    <a:pt x="4943" y="5604"/>
                    <a:pt x="5143" y="5526"/>
                    <a:pt x="5304" y="5368"/>
                  </a:cubicBezTo>
                  <a:cubicBezTo>
                    <a:pt x="5466" y="5214"/>
                    <a:pt x="5547" y="5033"/>
                    <a:pt x="5547" y="4831"/>
                  </a:cubicBezTo>
                  <a:cubicBezTo>
                    <a:pt x="5547" y="4593"/>
                    <a:pt x="5464" y="4396"/>
                    <a:pt x="5304" y="4245"/>
                  </a:cubicBezTo>
                  <a:cubicBezTo>
                    <a:pt x="5143" y="4094"/>
                    <a:pt x="4943" y="4017"/>
                    <a:pt x="4705" y="4017"/>
                  </a:cubicBezTo>
                  <a:lnTo>
                    <a:pt x="1725" y="4017"/>
                  </a:lnTo>
                  <a:lnTo>
                    <a:pt x="1725" y="1587"/>
                  </a:lnTo>
                  <a:lnTo>
                    <a:pt x="5328" y="1587"/>
                  </a:lnTo>
                  <a:cubicBezTo>
                    <a:pt x="5566" y="1587"/>
                    <a:pt x="5766" y="1508"/>
                    <a:pt x="5928" y="1352"/>
                  </a:cubicBezTo>
                  <a:cubicBezTo>
                    <a:pt x="6089" y="1197"/>
                    <a:pt x="6169" y="1016"/>
                    <a:pt x="6169" y="815"/>
                  </a:cubicBezTo>
                  <a:cubicBezTo>
                    <a:pt x="6169" y="575"/>
                    <a:pt x="6088" y="379"/>
                    <a:pt x="5928" y="227"/>
                  </a:cubicBezTo>
                  <a:cubicBezTo>
                    <a:pt x="5766" y="77"/>
                    <a:pt x="5566" y="0"/>
                    <a:pt x="5328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1">
              <a:extLst>
                <a:ext uri="{FF2B5EF4-FFF2-40B4-BE49-F238E27FC236}">
                  <a16:creationId xmlns:a16="http://schemas.microsoft.com/office/drawing/2014/main" id="{4B1E777E-31DD-6625-1D17-A34D968BAA57}"/>
                </a:ext>
              </a:extLst>
            </p:cNvPr>
            <p:cNvSpPr/>
            <p:nvPr/>
          </p:nvSpPr>
          <p:spPr>
            <a:xfrm>
              <a:off x="3024375" y="1982900"/>
              <a:ext cx="41425" cy="255375"/>
            </a:xfrm>
            <a:custGeom>
              <a:avLst/>
              <a:gdLst/>
              <a:ahLst/>
              <a:cxnLst/>
              <a:rect l="l" t="t" r="r" b="b"/>
              <a:pathLst>
                <a:path w="1657" h="10215" extrusionOk="0">
                  <a:moveTo>
                    <a:pt x="842" y="0"/>
                  </a:moveTo>
                  <a:cubicBezTo>
                    <a:pt x="604" y="0"/>
                    <a:pt x="402" y="83"/>
                    <a:pt x="242" y="243"/>
                  </a:cubicBezTo>
                  <a:cubicBezTo>
                    <a:pt x="79" y="404"/>
                    <a:pt x="0" y="604"/>
                    <a:pt x="0" y="842"/>
                  </a:cubicBezTo>
                  <a:lnTo>
                    <a:pt x="0" y="9373"/>
                  </a:lnTo>
                  <a:cubicBezTo>
                    <a:pt x="0" y="9611"/>
                    <a:pt x="78" y="9812"/>
                    <a:pt x="235" y="9972"/>
                  </a:cubicBezTo>
                  <a:cubicBezTo>
                    <a:pt x="391" y="10134"/>
                    <a:pt x="585" y="10215"/>
                    <a:pt x="814" y="10215"/>
                  </a:cubicBezTo>
                  <a:cubicBezTo>
                    <a:pt x="1052" y="10215"/>
                    <a:pt x="1253" y="10134"/>
                    <a:pt x="1414" y="9972"/>
                  </a:cubicBezTo>
                  <a:cubicBezTo>
                    <a:pt x="1576" y="9812"/>
                    <a:pt x="1656" y="9612"/>
                    <a:pt x="1656" y="9373"/>
                  </a:cubicBezTo>
                  <a:lnTo>
                    <a:pt x="1656" y="842"/>
                  </a:lnTo>
                  <a:cubicBezTo>
                    <a:pt x="1656" y="604"/>
                    <a:pt x="1580" y="404"/>
                    <a:pt x="1428" y="243"/>
                  </a:cubicBezTo>
                  <a:cubicBezTo>
                    <a:pt x="1276" y="81"/>
                    <a:pt x="1080" y="0"/>
                    <a:pt x="842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1">
              <a:extLst>
                <a:ext uri="{FF2B5EF4-FFF2-40B4-BE49-F238E27FC236}">
                  <a16:creationId xmlns:a16="http://schemas.microsoft.com/office/drawing/2014/main" id="{A9973AD8-576E-6811-CF47-0AA42133A185}"/>
                </a:ext>
              </a:extLst>
            </p:cNvPr>
            <p:cNvSpPr/>
            <p:nvPr/>
          </p:nvSpPr>
          <p:spPr>
            <a:xfrm>
              <a:off x="3108875" y="2053625"/>
              <a:ext cx="157725" cy="253625"/>
            </a:xfrm>
            <a:custGeom>
              <a:avLst/>
              <a:gdLst/>
              <a:ahLst/>
              <a:cxnLst/>
              <a:rect l="l" t="t" r="r" b="b"/>
              <a:pathLst>
                <a:path w="6309" h="10145" extrusionOk="0">
                  <a:moveTo>
                    <a:pt x="829" y="1"/>
                  </a:moveTo>
                  <a:cubicBezTo>
                    <a:pt x="589" y="1"/>
                    <a:pt x="392" y="82"/>
                    <a:pt x="234" y="242"/>
                  </a:cubicBezTo>
                  <a:cubicBezTo>
                    <a:pt x="79" y="405"/>
                    <a:pt x="1" y="604"/>
                    <a:pt x="1" y="843"/>
                  </a:cubicBezTo>
                  <a:lnTo>
                    <a:pt x="1" y="4872"/>
                  </a:lnTo>
                  <a:cubicBezTo>
                    <a:pt x="1" y="5387"/>
                    <a:pt x="102" y="5843"/>
                    <a:pt x="304" y="6244"/>
                  </a:cubicBezTo>
                  <a:cubicBezTo>
                    <a:pt x="506" y="6644"/>
                    <a:pt x="790" y="6956"/>
                    <a:pt x="1153" y="7182"/>
                  </a:cubicBezTo>
                  <a:cubicBezTo>
                    <a:pt x="1518" y="7406"/>
                    <a:pt x="1944" y="7519"/>
                    <a:pt x="2431" y="7519"/>
                  </a:cubicBezTo>
                  <a:cubicBezTo>
                    <a:pt x="2844" y="7519"/>
                    <a:pt x="3213" y="7469"/>
                    <a:pt x="3536" y="7367"/>
                  </a:cubicBezTo>
                  <a:cubicBezTo>
                    <a:pt x="3857" y="7267"/>
                    <a:pt x="4136" y="7117"/>
                    <a:pt x="4371" y="6919"/>
                  </a:cubicBezTo>
                  <a:cubicBezTo>
                    <a:pt x="4477" y="6830"/>
                    <a:pt x="4575" y="6730"/>
                    <a:pt x="4666" y="6618"/>
                  </a:cubicBezTo>
                  <a:lnTo>
                    <a:pt x="4666" y="6618"/>
                  </a:lnTo>
                  <a:lnTo>
                    <a:pt x="4666" y="6762"/>
                  </a:lnTo>
                  <a:cubicBezTo>
                    <a:pt x="4666" y="7232"/>
                    <a:pt x="4595" y="7603"/>
                    <a:pt x="4451" y="7874"/>
                  </a:cubicBezTo>
                  <a:cubicBezTo>
                    <a:pt x="4310" y="8145"/>
                    <a:pt x="4097" y="8339"/>
                    <a:pt x="3817" y="8453"/>
                  </a:cubicBezTo>
                  <a:cubicBezTo>
                    <a:pt x="3536" y="8569"/>
                    <a:pt x="3184" y="8626"/>
                    <a:pt x="2761" y="8626"/>
                  </a:cubicBezTo>
                  <a:cubicBezTo>
                    <a:pt x="2447" y="8626"/>
                    <a:pt x="2172" y="8578"/>
                    <a:pt x="1932" y="8481"/>
                  </a:cubicBezTo>
                  <a:cubicBezTo>
                    <a:pt x="1694" y="8383"/>
                    <a:pt x="1501" y="8312"/>
                    <a:pt x="1353" y="8268"/>
                  </a:cubicBezTo>
                  <a:cubicBezTo>
                    <a:pt x="1266" y="8236"/>
                    <a:pt x="1179" y="8220"/>
                    <a:pt x="1095" y="8220"/>
                  </a:cubicBezTo>
                  <a:cubicBezTo>
                    <a:pt x="985" y="8220"/>
                    <a:pt x="878" y="8247"/>
                    <a:pt x="774" y="8303"/>
                  </a:cubicBezTo>
                  <a:cubicBezTo>
                    <a:pt x="589" y="8397"/>
                    <a:pt x="457" y="8581"/>
                    <a:pt x="374" y="8847"/>
                  </a:cubicBezTo>
                  <a:cubicBezTo>
                    <a:pt x="310" y="9049"/>
                    <a:pt x="331" y="9239"/>
                    <a:pt x="436" y="9419"/>
                  </a:cubicBezTo>
                  <a:cubicBezTo>
                    <a:pt x="543" y="9598"/>
                    <a:pt x="733" y="9747"/>
                    <a:pt x="1010" y="9868"/>
                  </a:cubicBezTo>
                  <a:cubicBezTo>
                    <a:pt x="1221" y="9960"/>
                    <a:pt x="1493" y="10029"/>
                    <a:pt x="1824" y="10074"/>
                  </a:cubicBezTo>
                  <a:cubicBezTo>
                    <a:pt x="2154" y="10122"/>
                    <a:pt x="2467" y="10144"/>
                    <a:pt x="2761" y="10144"/>
                  </a:cubicBezTo>
                  <a:cubicBezTo>
                    <a:pt x="3422" y="10144"/>
                    <a:pt x="4020" y="10034"/>
                    <a:pt x="4554" y="9814"/>
                  </a:cubicBezTo>
                  <a:cubicBezTo>
                    <a:pt x="5089" y="9593"/>
                    <a:pt x="5515" y="9231"/>
                    <a:pt x="5832" y="8730"/>
                  </a:cubicBezTo>
                  <a:cubicBezTo>
                    <a:pt x="6149" y="8229"/>
                    <a:pt x="6308" y="7555"/>
                    <a:pt x="6308" y="6708"/>
                  </a:cubicBezTo>
                  <a:lnTo>
                    <a:pt x="6308" y="843"/>
                  </a:lnTo>
                  <a:cubicBezTo>
                    <a:pt x="6308" y="604"/>
                    <a:pt x="6230" y="405"/>
                    <a:pt x="6073" y="242"/>
                  </a:cubicBezTo>
                  <a:cubicBezTo>
                    <a:pt x="5917" y="80"/>
                    <a:pt x="5718" y="1"/>
                    <a:pt x="5480" y="1"/>
                  </a:cubicBezTo>
                  <a:cubicBezTo>
                    <a:pt x="5241" y="1"/>
                    <a:pt x="5043" y="82"/>
                    <a:pt x="4887" y="242"/>
                  </a:cubicBezTo>
                  <a:cubicBezTo>
                    <a:pt x="4730" y="405"/>
                    <a:pt x="4652" y="604"/>
                    <a:pt x="4652" y="843"/>
                  </a:cubicBezTo>
                  <a:lnTo>
                    <a:pt x="4652" y="4375"/>
                  </a:lnTo>
                  <a:cubicBezTo>
                    <a:pt x="4652" y="4726"/>
                    <a:pt x="4593" y="5022"/>
                    <a:pt x="4472" y="5266"/>
                  </a:cubicBezTo>
                  <a:cubicBezTo>
                    <a:pt x="4353" y="5509"/>
                    <a:pt x="4183" y="5695"/>
                    <a:pt x="3962" y="5818"/>
                  </a:cubicBezTo>
                  <a:cubicBezTo>
                    <a:pt x="3740" y="5941"/>
                    <a:pt x="3469" y="6004"/>
                    <a:pt x="3147" y="6004"/>
                  </a:cubicBezTo>
                  <a:cubicBezTo>
                    <a:pt x="2677" y="6004"/>
                    <a:pt x="2312" y="5882"/>
                    <a:pt x="2049" y="5639"/>
                  </a:cubicBezTo>
                  <a:cubicBezTo>
                    <a:pt x="1786" y="5395"/>
                    <a:pt x="1657" y="4974"/>
                    <a:pt x="1657" y="4375"/>
                  </a:cubicBezTo>
                  <a:lnTo>
                    <a:pt x="1657" y="843"/>
                  </a:lnTo>
                  <a:cubicBezTo>
                    <a:pt x="1657" y="604"/>
                    <a:pt x="1578" y="405"/>
                    <a:pt x="1422" y="242"/>
                  </a:cubicBezTo>
                  <a:cubicBezTo>
                    <a:pt x="1264" y="80"/>
                    <a:pt x="1067" y="1"/>
                    <a:pt x="82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F01B5C4-DB9B-1345-C529-C11394417267}"/>
              </a:ext>
            </a:extLst>
          </p:cNvPr>
          <p:cNvSpPr/>
          <p:nvPr/>
        </p:nvSpPr>
        <p:spPr>
          <a:xfrm rot="5400000">
            <a:off x="5038343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6" name="Google Shape;576;p4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B7D43D0-0EDD-899F-7D53-DF5C96F80E6F}"/>
              </a:ext>
            </a:extLst>
          </p:cNvPr>
          <p:cNvSpPr/>
          <p:nvPr/>
        </p:nvSpPr>
        <p:spPr>
          <a:xfrm rot="-5400000">
            <a:off x="6793991" y="1250768"/>
            <a:ext cx="359667" cy="311067"/>
          </a:xfrm>
          <a:prstGeom prst="flowChartMerge">
            <a:avLst/>
          </a:prstGeom>
          <a:gradFill>
            <a:gsLst>
              <a:gs pos="0">
                <a:srgbClr val="ADADFD"/>
              </a:gs>
              <a:gs pos="100000">
                <a:srgbClr val="5F5FF6"/>
              </a:gs>
            </a:gsLst>
            <a:lin ang="1619866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77" name="Google Shape;577;p41">
            <a:extLst>
              <a:ext uri="{FF2B5EF4-FFF2-40B4-BE49-F238E27FC236}">
                <a16:creationId xmlns:a16="http://schemas.microsoft.com/office/drawing/2014/main" id="{A9104D31-442A-C788-794F-A30C3F2CF703}"/>
              </a:ext>
            </a:extLst>
          </p:cNvPr>
          <p:cNvGrpSpPr/>
          <p:nvPr/>
        </p:nvGrpSpPr>
        <p:grpSpPr>
          <a:xfrm rot="612448">
            <a:off x="9546496" y="2968687"/>
            <a:ext cx="1562265" cy="1999492"/>
            <a:chOff x="1898063" y="518250"/>
            <a:chExt cx="1210025" cy="1548300"/>
          </a:xfrm>
        </p:grpSpPr>
        <p:sp>
          <p:nvSpPr>
            <p:cNvPr id="578" name="Google Shape;578;p41">
              <a:extLst>
                <a:ext uri="{FF2B5EF4-FFF2-40B4-BE49-F238E27FC236}">
                  <a16:creationId xmlns:a16="http://schemas.microsoft.com/office/drawing/2014/main" id="{5C64F8DC-AA1C-2D5F-67AE-A7D0E4F60883}"/>
                </a:ext>
              </a:extLst>
            </p:cNvPr>
            <p:cNvSpPr/>
            <p:nvPr/>
          </p:nvSpPr>
          <p:spPr>
            <a:xfrm>
              <a:off x="1898063" y="518250"/>
              <a:ext cx="1210025" cy="1548275"/>
            </a:xfrm>
            <a:custGeom>
              <a:avLst/>
              <a:gdLst/>
              <a:ahLst/>
              <a:cxnLst/>
              <a:rect l="l" t="t" r="r" b="b"/>
              <a:pathLst>
                <a:path w="48401" h="61931" extrusionOk="0">
                  <a:moveTo>
                    <a:pt x="24093" y="0"/>
                  </a:moveTo>
                  <a:cubicBezTo>
                    <a:pt x="8564" y="0"/>
                    <a:pt x="3056" y="7154"/>
                    <a:pt x="1104" y="12320"/>
                  </a:cubicBezTo>
                  <a:cubicBezTo>
                    <a:pt x="1" y="15238"/>
                    <a:pt x="33" y="17521"/>
                    <a:pt x="33" y="17521"/>
                  </a:cubicBezTo>
                  <a:lnTo>
                    <a:pt x="33" y="22450"/>
                  </a:lnTo>
                  <a:lnTo>
                    <a:pt x="33" y="42361"/>
                  </a:lnTo>
                  <a:lnTo>
                    <a:pt x="33" y="44410"/>
                  </a:lnTo>
                  <a:cubicBezTo>
                    <a:pt x="33" y="44410"/>
                    <a:pt x="16" y="45540"/>
                    <a:pt x="390" y="47221"/>
                  </a:cubicBezTo>
                  <a:cubicBezTo>
                    <a:pt x="436" y="47427"/>
                    <a:pt x="488" y="47641"/>
                    <a:pt x="545" y="47861"/>
                  </a:cubicBezTo>
                  <a:cubicBezTo>
                    <a:pt x="1114" y="50030"/>
                    <a:pt x="2310" y="52891"/>
                    <a:pt x="4830" y="55470"/>
                  </a:cubicBezTo>
                  <a:cubicBezTo>
                    <a:pt x="5003" y="55645"/>
                    <a:pt x="5182" y="55821"/>
                    <a:pt x="5366" y="55995"/>
                  </a:cubicBezTo>
                  <a:cubicBezTo>
                    <a:pt x="7313" y="57818"/>
                    <a:pt x="9970" y="59460"/>
                    <a:pt x="13595" y="60551"/>
                  </a:cubicBezTo>
                  <a:cubicBezTo>
                    <a:pt x="14188" y="60731"/>
                    <a:pt x="14807" y="60894"/>
                    <a:pt x="15455" y="61041"/>
                  </a:cubicBezTo>
                  <a:cubicBezTo>
                    <a:pt x="17919" y="61605"/>
                    <a:pt x="20778" y="61930"/>
                    <a:pt x="24093" y="61930"/>
                  </a:cubicBezTo>
                  <a:cubicBezTo>
                    <a:pt x="25877" y="61930"/>
                    <a:pt x="27528" y="61837"/>
                    <a:pt x="29055" y="61660"/>
                  </a:cubicBezTo>
                  <a:cubicBezTo>
                    <a:pt x="29734" y="61582"/>
                    <a:pt x="30388" y="61491"/>
                    <a:pt x="31017" y="61382"/>
                  </a:cubicBezTo>
                  <a:cubicBezTo>
                    <a:pt x="31848" y="61240"/>
                    <a:pt x="32637" y="61073"/>
                    <a:pt x="33390" y="60884"/>
                  </a:cubicBezTo>
                  <a:cubicBezTo>
                    <a:pt x="36813" y="60018"/>
                    <a:pt x="39442" y="58685"/>
                    <a:pt x="41461" y="57143"/>
                  </a:cubicBezTo>
                  <a:cubicBezTo>
                    <a:pt x="42977" y="55988"/>
                    <a:pt x="44147" y="54714"/>
                    <a:pt x="45056" y="53434"/>
                  </a:cubicBezTo>
                  <a:cubicBezTo>
                    <a:pt x="45777" y="52415"/>
                    <a:pt x="46331" y="51389"/>
                    <a:pt x="46755" y="50415"/>
                  </a:cubicBezTo>
                  <a:cubicBezTo>
                    <a:pt x="48191" y="47122"/>
                    <a:pt x="48154" y="44408"/>
                    <a:pt x="48154" y="44408"/>
                  </a:cubicBezTo>
                  <a:cubicBezTo>
                    <a:pt x="48154" y="44408"/>
                    <a:pt x="48155" y="44257"/>
                    <a:pt x="48155" y="43975"/>
                  </a:cubicBezTo>
                  <a:lnTo>
                    <a:pt x="48155" y="40801"/>
                  </a:lnTo>
                  <a:lnTo>
                    <a:pt x="48155" y="40714"/>
                  </a:lnTo>
                  <a:lnTo>
                    <a:pt x="48155" y="39607"/>
                  </a:lnTo>
                  <a:lnTo>
                    <a:pt x="48155" y="39001"/>
                  </a:lnTo>
                  <a:lnTo>
                    <a:pt x="48155" y="33964"/>
                  </a:lnTo>
                  <a:lnTo>
                    <a:pt x="48155" y="31070"/>
                  </a:lnTo>
                  <a:lnTo>
                    <a:pt x="48155" y="23600"/>
                  </a:lnTo>
                  <a:lnTo>
                    <a:pt x="48155" y="22453"/>
                  </a:lnTo>
                  <a:lnTo>
                    <a:pt x="48155" y="17524"/>
                  </a:lnTo>
                  <a:cubicBezTo>
                    <a:pt x="48155" y="17524"/>
                    <a:pt x="48400" y="0"/>
                    <a:pt x="24093" y="0"/>
                  </a:cubicBez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miter lim="1391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F5FF6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1">
              <a:extLst>
                <a:ext uri="{FF2B5EF4-FFF2-40B4-BE49-F238E27FC236}">
                  <a16:creationId xmlns:a16="http://schemas.microsoft.com/office/drawing/2014/main" id="{A54C5A22-0BCD-3C30-E1DE-5FE9D9B2BE8E}"/>
                </a:ext>
              </a:extLst>
            </p:cNvPr>
            <p:cNvSpPr/>
            <p:nvPr/>
          </p:nvSpPr>
          <p:spPr>
            <a:xfrm>
              <a:off x="1898088" y="518350"/>
              <a:ext cx="1210000" cy="1548200"/>
            </a:xfrm>
            <a:custGeom>
              <a:avLst/>
              <a:gdLst/>
              <a:ahLst/>
              <a:cxnLst/>
              <a:rect l="l" t="t" r="r" b="b"/>
              <a:pathLst>
                <a:path w="48400" h="61928" extrusionOk="0">
                  <a:moveTo>
                    <a:pt x="48154" y="44408"/>
                  </a:moveTo>
                  <a:cubicBezTo>
                    <a:pt x="48154" y="44408"/>
                    <a:pt x="48193" y="47124"/>
                    <a:pt x="46756" y="50415"/>
                  </a:cubicBezTo>
                  <a:cubicBezTo>
                    <a:pt x="46331" y="51389"/>
                    <a:pt x="45776" y="52412"/>
                    <a:pt x="45056" y="53434"/>
                  </a:cubicBezTo>
                  <a:lnTo>
                    <a:pt x="45056" y="53434"/>
                  </a:lnTo>
                  <a:lnTo>
                    <a:pt x="45056" y="53434"/>
                  </a:lnTo>
                  <a:cubicBezTo>
                    <a:pt x="44150" y="54714"/>
                    <a:pt x="42977" y="55988"/>
                    <a:pt x="41461" y="57143"/>
                  </a:cubicBezTo>
                  <a:cubicBezTo>
                    <a:pt x="39442" y="58684"/>
                    <a:pt x="36813" y="60016"/>
                    <a:pt x="33392" y="60881"/>
                  </a:cubicBezTo>
                  <a:lnTo>
                    <a:pt x="33392" y="60881"/>
                  </a:lnTo>
                  <a:cubicBezTo>
                    <a:pt x="32640" y="61071"/>
                    <a:pt x="31850" y="61239"/>
                    <a:pt x="31019" y="61381"/>
                  </a:cubicBezTo>
                  <a:cubicBezTo>
                    <a:pt x="30387" y="61488"/>
                    <a:pt x="29733" y="61581"/>
                    <a:pt x="29057" y="61659"/>
                  </a:cubicBezTo>
                  <a:cubicBezTo>
                    <a:pt x="27527" y="61835"/>
                    <a:pt x="25876" y="61928"/>
                    <a:pt x="24095" y="61928"/>
                  </a:cubicBezTo>
                  <a:cubicBezTo>
                    <a:pt x="20778" y="61928"/>
                    <a:pt x="17920" y="61604"/>
                    <a:pt x="15455" y="61040"/>
                  </a:cubicBezTo>
                  <a:cubicBezTo>
                    <a:pt x="14808" y="60891"/>
                    <a:pt x="14189" y="60728"/>
                    <a:pt x="13596" y="60549"/>
                  </a:cubicBezTo>
                  <a:cubicBezTo>
                    <a:pt x="9970" y="59456"/>
                    <a:pt x="7313" y="57815"/>
                    <a:pt x="5366" y="55992"/>
                  </a:cubicBezTo>
                  <a:cubicBezTo>
                    <a:pt x="5181" y="55818"/>
                    <a:pt x="5003" y="55643"/>
                    <a:pt x="4830" y="55467"/>
                  </a:cubicBezTo>
                  <a:cubicBezTo>
                    <a:pt x="2311" y="52891"/>
                    <a:pt x="1114" y="50027"/>
                    <a:pt x="547" y="47860"/>
                  </a:cubicBezTo>
                  <a:cubicBezTo>
                    <a:pt x="488" y="47639"/>
                    <a:pt x="437" y="47424"/>
                    <a:pt x="391" y="47220"/>
                  </a:cubicBezTo>
                  <a:cubicBezTo>
                    <a:pt x="18" y="45534"/>
                    <a:pt x="33" y="44408"/>
                    <a:pt x="33" y="44408"/>
                  </a:cubicBezTo>
                  <a:lnTo>
                    <a:pt x="33" y="42358"/>
                  </a:lnTo>
                  <a:lnTo>
                    <a:pt x="33" y="22449"/>
                  </a:lnTo>
                  <a:lnTo>
                    <a:pt x="33" y="17521"/>
                  </a:lnTo>
                  <a:cubicBezTo>
                    <a:pt x="33" y="17521"/>
                    <a:pt x="1" y="15237"/>
                    <a:pt x="1105" y="12319"/>
                  </a:cubicBezTo>
                  <a:cubicBezTo>
                    <a:pt x="3056" y="7154"/>
                    <a:pt x="8564" y="0"/>
                    <a:pt x="24095" y="0"/>
                  </a:cubicBezTo>
                  <a:cubicBezTo>
                    <a:pt x="48399" y="0"/>
                    <a:pt x="48156" y="17522"/>
                    <a:pt x="48156" y="17522"/>
                  </a:cubicBezTo>
                  <a:lnTo>
                    <a:pt x="48156" y="22453"/>
                  </a:lnTo>
                  <a:lnTo>
                    <a:pt x="48156" y="43974"/>
                  </a:lnTo>
                  <a:cubicBezTo>
                    <a:pt x="48154" y="44253"/>
                    <a:pt x="48154" y="44408"/>
                    <a:pt x="48154" y="44408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1">
              <a:extLst>
                <a:ext uri="{FF2B5EF4-FFF2-40B4-BE49-F238E27FC236}">
                  <a16:creationId xmlns:a16="http://schemas.microsoft.com/office/drawing/2014/main" id="{8C1EA1DB-69BE-083F-C8C9-F387365B0766}"/>
                </a:ext>
              </a:extLst>
            </p:cNvPr>
            <p:cNvSpPr/>
            <p:nvPr/>
          </p:nvSpPr>
          <p:spPr>
            <a:xfrm>
              <a:off x="1925588" y="518275"/>
              <a:ext cx="1182500" cy="645350"/>
            </a:xfrm>
            <a:custGeom>
              <a:avLst/>
              <a:gdLst/>
              <a:ahLst/>
              <a:cxnLst/>
              <a:rect l="l" t="t" r="r" b="b"/>
              <a:pathLst>
                <a:path w="47300" h="25814" extrusionOk="0">
                  <a:moveTo>
                    <a:pt x="47054" y="17523"/>
                  </a:moveTo>
                  <a:lnTo>
                    <a:pt x="47054" y="22452"/>
                  </a:lnTo>
                  <a:lnTo>
                    <a:pt x="47054" y="23598"/>
                  </a:lnTo>
                  <a:cubicBezTo>
                    <a:pt x="45924" y="24207"/>
                    <a:pt x="44616" y="24763"/>
                    <a:pt x="43131" y="25163"/>
                  </a:cubicBezTo>
                  <a:cubicBezTo>
                    <a:pt x="42608" y="25304"/>
                    <a:pt x="42063" y="25425"/>
                    <a:pt x="41496" y="25525"/>
                  </a:cubicBezTo>
                  <a:cubicBezTo>
                    <a:pt x="40897" y="25630"/>
                    <a:pt x="40276" y="25708"/>
                    <a:pt x="39629" y="25755"/>
                  </a:cubicBezTo>
                  <a:cubicBezTo>
                    <a:pt x="39066" y="25797"/>
                    <a:pt x="38485" y="25813"/>
                    <a:pt x="37883" y="25804"/>
                  </a:cubicBezTo>
                  <a:cubicBezTo>
                    <a:pt x="37471" y="25795"/>
                    <a:pt x="37049" y="25777"/>
                    <a:pt x="36618" y="25744"/>
                  </a:cubicBezTo>
                  <a:cubicBezTo>
                    <a:pt x="36197" y="25710"/>
                    <a:pt x="35769" y="25652"/>
                    <a:pt x="35334" y="25564"/>
                  </a:cubicBezTo>
                  <a:cubicBezTo>
                    <a:pt x="34825" y="25464"/>
                    <a:pt x="34306" y="25328"/>
                    <a:pt x="33777" y="25163"/>
                  </a:cubicBezTo>
                  <a:cubicBezTo>
                    <a:pt x="33270" y="25005"/>
                    <a:pt x="32755" y="24817"/>
                    <a:pt x="32232" y="24604"/>
                  </a:cubicBezTo>
                  <a:cubicBezTo>
                    <a:pt x="31816" y="24435"/>
                    <a:pt x="31396" y="24253"/>
                    <a:pt x="30970" y="24057"/>
                  </a:cubicBezTo>
                  <a:cubicBezTo>
                    <a:pt x="28481" y="22906"/>
                    <a:pt x="25830" y="21303"/>
                    <a:pt x="23070" y="19635"/>
                  </a:cubicBezTo>
                  <a:cubicBezTo>
                    <a:pt x="22693" y="19408"/>
                    <a:pt x="22316" y="19180"/>
                    <a:pt x="21935" y="18951"/>
                  </a:cubicBezTo>
                  <a:cubicBezTo>
                    <a:pt x="20061" y="17823"/>
                    <a:pt x="18142" y="16690"/>
                    <a:pt x="16195" y="15674"/>
                  </a:cubicBezTo>
                  <a:cubicBezTo>
                    <a:pt x="15484" y="15303"/>
                    <a:pt x="14768" y="14948"/>
                    <a:pt x="14053" y="14611"/>
                  </a:cubicBezTo>
                  <a:cubicBezTo>
                    <a:pt x="13674" y="14436"/>
                    <a:pt x="13297" y="14266"/>
                    <a:pt x="12919" y="14102"/>
                  </a:cubicBezTo>
                  <a:cubicBezTo>
                    <a:pt x="12537" y="13936"/>
                    <a:pt x="12156" y="13780"/>
                    <a:pt x="11773" y="13630"/>
                  </a:cubicBezTo>
                  <a:cubicBezTo>
                    <a:pt x="9705" y="12816"/>
                    <a:pt x="7618" y="12227"/>
                    <a:pt x="5535" y="11995"/>
                  </a:cubicBezTo>
                  <a:cubicBezTo>
                    <a:pt x="5154" y="11951"/>
                    <a:pt x="4773" y="11922"/>
                    <a:pt x="4390" y="11904"/>
                  </a:cubicBezTo>
                  <a:cubicBezTo>
                    <a:pt x="2922" y="11837"/>
                    <a:pt x="1458" y="11960"/>
                    <a:pt x="0" y="12322"/>
                  </a:cubicBezTo>
                  <a:cubicBezTo>
                    <a:pt x="1953" y="7157"/>
                    <a:pt x="7460" y="3"/>
                    <a:pt x="22991" y="3"/>
                  </a:cubicBezTo>
                  <a:cubicBezTo>
                    <a:pt x="47299" y="0"/>
                    <a:pt x="47054" y="17523"/>
                    <a:pt x="47054" y="17523"/>
                  </a:cubicBezTo>
                  <a:close/>
                </a:path>
              </a:pathLst>
            </a:custGeom>
            <a:gradFill>
              <a:gsLst>
                <a:gs pos="0">
                  <a:srgbClr val="ADADFD"/>
                </a:gs>
                <a:gs pos="100000">
                  <a:srgbClr val="5F5FF6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1">
              <a:extLst>
                <a:ext uri="{FF2B5EF4-FFF2-40B4-BE49-F238E27FC236}">
                  <a16:creationId xmlns:a16="http://schemas.microsoft.com/office/drawing/2014/main" id="{1DDE8D2F-D029-EFF9-04B0-DBF64DFAEAD5}"/>
                </a:ext>
              </a:extLst>
            </p:cNvPr>
            <p:cNvSpPr/>
            <p:nvPr/>
          </p:nvSpPr>
          <p:spPr>
            <a:xfrm>
              <a:off x="2209788" y="1295125"/>
              <a:ext cx="893150" cy="745275"/>
            </a:xfrm>
            <a:custGeom>
              <a:avLst/>
              <a:gdLst/>
              <a:ahLst/>
              <a:cxnLst/>
              <a:rect l="l" t="t" r="r" b="b"/>
              <a:pathLst>
                <a:path w="35726" h="29811" extrusionOk="0">
                  <a:moveTo>
                    <a:pt x="35685" y="0"/>
                  </a:moveTo>
                  <a:cubicBezTo>
                    <a:pt x="35322" y="39"/>
                    <a:pt x="34947" y="85"/>
                    <a:pt x="34566" y="146"/>
                  </a:cubicBezTo>
                  <a:cubicBezTo>
                    <a:pt x="31415" y="642"/>
                    <a:pt x="29912" y="3054"/>
                    <a:pt x="28277" y="5550"/>
                  </a:cubicBezTo>
                  <a:cubicBezTo>
                    <a:pt x="27584" y="6610"/>
                    <a:pt x="26864" y="7684"/>
                    <a:pt x="25987" y="8635"/>
                  </a:cubicBezTo>
                  <a:cubicBezTo>
                    <a:pt x="25764" y="8874"/>
                    <a:pt x="25532" y="9109"/>
                    <a:pt x="25287" y="9332"/>
                  </a:cubicBezTo>
                  <a:cubicBezTo>
                    <a:pt x="25009" y="9584"/>
                    <a:pt x="24716" y="9823"/>
                    <a:pt x="24403" y="10046"/>
                  </a:cubicBezTo>
                  <a:cubicBezTo>
                    <a:pt x="24156" y="10221"/>
                    <a:pt x="23895" y="10388"/>
                    <a:pt x="23620" y="10543"/>
                  </a:cubicBezTo>
                  <a:cubicBezTo>
                    <a:pt x="22310" y="11280"/>
                    <a:pt x="20685" y="11745"/>
                    <a:pt x="18572" y="11755"/>
                  </a:cubicBezTo>
                  <a:lnTo>
                    <a:pt x="18498" y="11755"/>
                  </a:lnTo>
                  <a:cubicBezTo>
                    <a:pt x="11275" y="11755"/>
                    <a:pt x="7921" y="11758"/>
                    <a:pt x="4512" y="13772"/>
                  </a:cubicBezTo>
                  <a:cubicBezTo>
                    <a:pt x="4252" y="13926"/>
                    <a:pt x="3990" y="14092"/>
                    <a:pt x="3729" y="14271"/>
                  </a:cubicBezTo>
                  <a:cubicBezTo>
                    <a:pt x="3483" y="14438"/>
                    <a:pt x="3236" y="14615"/>
                    <a:pt x="2986" y="14806"/>
                  </a:cubicBezTo>
                  <a:cubicBezTo>
                    <a:pt x="2731" y="14998"/>
                    <a:pt x="2472" y="15204"/>
                    <a:pt x="2209" y="15421"/>
                  </a:cubicBezTo>
                  <a:cubicBezTo>
                    <a:pt x="2011" y="15585"/>
                    <a:pt x="1811" y="15756"/>
                    <a:pt x="1606" y="15936"/>
                  </a:cubicBezTo>
                  <a:cubicBezTo>
                    <a:pt x="1541" y="15991"/>
                    <a:pt x="1478" y="16047"/>
                    <a:pt x="1414" y="16104"/>
                  </a:cubicBezTo>
                  <a:cubicBezTo>
                    <a:pt x="1080" y="16401"/>
                    <a:pt x="739" y="16717"/>
                    <a:pt x="384" y="17056"/>
                  </a:cubicBezTo>
                  <a:cubicBezTo>
                    <a:pt x="258" y="17176"/>
                    <a:pt x="128" y="17300"/>
                    <a:pt x="0" y="17426"/>
                  </a:cubicBezTo>
                  <a:cubicBezTo>
                    <a:pt x="0" y="17426"/>
                    <a:pt x="23" y="17489"/>
                    <a:pt x="71" y="17605"/>
                  </a:cubicBezTo>
                  <a:cubicBezTo>
                    <a:pt x="124" y="17728"/>
                    <a:pt x="209" y="17913"/>
                    <a:pt x="329" y="18150"/>
                  </a:cubicBezTo>
                  <a:cubicBezTo>
                    <a:pt x="340" y="18170"/>
                    <a:pt x="350" y="18190"/>
                    <a:pt x="361" y="18211"/>
                  </a:cubicBezTo>
                  <a:cubicBezTo>
                    <a:pt x="472" y="18428"/>
                    <a:pt x="614" y="18685"/>
                    <a:pt x="788" y="18971"/>
                  </a:cubicBezTo>
                  <a:cubicBezTo>
                    <a:pt x="931" y="19206"/>
                    <a:pt x="1096" y="19463"/>
                    <a:pt x="1286" y="19735"/>
                  </a:cubicBezTo>
                  <a:cubicBezTo>
                    <a:pt x="1616" y="20213"/>
                    <a:pt x="2021" y="20742"/>
                    <a:pt x="2512" y="21301"/>
                  </a:cubicBezTo>
                  <a:cubicBezTo>
                    <a:pt x="2620" y="21426"/>
                    <a:pt x="2734" y="21552"/>
                    <a:pt x="2852" y="21678"/>
                  </a:cubicBezTo>
                  <a:cubicBezTo>
                    <a:pt x="3189" y="22040"/>
                    <a:pt x="3562" y="22414"/>
                    <a:pt x="3972" y="22794"/>
                  </a:cubicBezTo>
                  <a:cubicBezTo>
                    <a:pt x="4963" y="23707"/>
                    <a:pt x="6181" y="24650"/>
                    <a:pt x="7668" y="25544"/>
                  </a:cubicBezTo>
                  <a:lnTo>
                    <a:pt x="7897" y="25679"/>
                  </a:lnTo>
                  <a:cubicBezTo>
                    <a:pt x="10160" y="27009"/>
                    <a:pt x="13026" y="28219"/>
                    <a:pt x="16635" y="29055"/>
                  </a:cubicBezTo>
                  <a:cubicBezTo>
                    <a:pt x="17254" y="29199"/>
                    <a:pt x="17897" y="29331"/>
                    <a:pt x="18561" y="29451"/>
                  </a:cubicBezTo>
                  <a:cubicBezTo>
                    <a:pt x="19084" y="29546"/>
                    <a:pt x="19623" y="29632"/>
                    <a:pt x="20175" y="29711"/>
                  </a:cubicBezTo>
                  <a:cubicBezTo>
                    <a:pt x="20426" y="29746"/>
                    <a:pt x="20676" y="29778"/>
                    <a:pt x="20924" y="29810"/>
                  </a:cubicBezTo>
                  <a:cubicBezTo>
                    <a:pt x="24345" y="28945"/>
                    <a:pt x="26974" y="27613"/>
                    <a:pt x="28993" y="26072"/>
                  </a:cubicBezTo>
                  <a:cubicBezTo>
                    <a:pt x="30509" y="24917"/>
                    <a:pt x="31682" y="23643"/>
                    <a:pt x="32588" y="22363"/>
                  </a:cubicBezTo>
                  <a:cubicBezTo>
                    <a:pt x="33308" y="21341"/>
                    <a:pt x="33863" y="20318"/>
                    <a:pt x="34288" y="19344"/>
                  </a:cubicBezTo>
                  <a:cubicBezTo>
                    <a:pt x="35725" y="16051"/>
                    <a:pt x="35685" y="13342"/>
                    <a:pt x="35685" y="13342"/>
                  </a:cubicBezTo>
                  <a:lnTo>
                    <a:pt x="35685" y="12906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>
              <a:extLst>
                <a:ext uri="{FF2B5EF4-FFF2-40B4-BE49-F238E27FC236}">
                  <a16:creationId xmlns:a16="http://schemas.microsoft.com/office/drawing/2014/main" id="{CBD9B909-3702-9F34-AE54-D8790DD57AF3}"/>
                </a:ext>
              </a:extLst>
            </p:cNvPr>
            <p:cNvSpPr/>
            <p:nvPr/>
          </p:nvSpPr>
          <p:spPr>
            <a:xfrm>
              <a:off x="1898513" y="1530075"/>
              <a:ext cx="1042350" cy="536475"/>
            </a:xfrm>
            <a:custGeom>
              <a:avLst/>
              <a:gdLst/>
              <a:ahLst/>
              <a:cxnLst/>
              <a:rect l="l" t="t" r="r" b="b"/>
              <a:pathLst>
                <a:path w="41694" h="21459" extrusionOk="0">
                  <a:moveTo>
                    <a:pt x="41693" y="16295"/>
                  </a:moveTo>
                  <a:cubicBezTo>
                    <a:pt x="41693" y="16295"/>
                    <a:pt x="41621" y="16433"/>
                    <a:pt x="41444" y="16674"/>
                  </a:cubicBezTo>
                  <a:cubicBezTo>
                    <a:pt x="39425" y="18215"/>
                    <a:pt x="36796" y="19547"/>
                    <a:pt x="33375" y="20412"/>
                  </a:cubicBezTo>
                  <a:lnTo>
                    <a:pt x="33375" y="20412"/>
                  </a:lnTo>
                  <a:cubicBezTo>
                    <a:pt x="32623" y="20602"/>
                    <a:pt x="31833" y="20770"/>
                    <a:pt x="31002" y="20912"/>
                  </a:cubicBezTo>
                  <a:cubicBezTo>
                    <a:pt x="30370" y="21019"/>
                    <a:pt x="29716" y="21112"/>
                    <a:pt x="29040" y="21190"/>
                  </a:cubicBezTo>
                  <a:cubicBezTo>
                    <a:pt x="27510" y="21366"/>
                    <a:pt x="25859" y="21459"/>
                    <a:pt x="24078" y="21459"/>
                  </a:cubicBezTo>
                  <a:cubicBezTo>
                    <a:pt x="20761" y="21459"/>
                    <a:pt x="17903" y="21135"/>
                    <a:pt x="15438" y="20571"/>
                  </a:cubicBezTo>
                  <a:cubicBezTo>
                    <a:pt x="14791" y="20422"/>
                    <a:pt x="14172" y="20259"/>
                    <a:pt x="13579" y="20080"/>
                  </a:cubicBezTo>
                  <a:cubicBezTo>
                    <a:pt x="9953" y="18987"/>
                    <a:pt x="7296" y="17346"/>
                    <a:pt x="5349" y="15523"/>
                  </a:cubicBezTo>
                  <a:cubicBezTo>
                    <a:pt x="5164" y="15349"/>
                    <a:pt x="4986" y="15174"/>
                    <a:pt x="4813" y="14998"/>
                  </a:cubicBezTo>
                  <a:cubicBezTo>
                    <a:pt x="2294" y="12422"/>
                    <a:pt x="1097" y="9558"/>
                    <a:pt x="530" y="7391"/>
                  </a:cubicBezTo>
                  <a:cubicBezTo>
                    <a:pt x="471" y="7170"/>
                    <a:pt x="420" y="6955"/>
                    <a:pt x="374" y="6751"/>
                  </a:cubicBezTo>
                  <a:cubicBezTo>
                    <a:pt x="1" y="5065"/>
                    <a:pt x="16" y="3939"/>
                    <a:pt x="16" y="3939"/>
                  </a:cubicBezTo>
                  <a:lnTo>
                    <a:pt x="16" y="1889"/>
                  </a:lnTo>
                  <a:cubicBezTo>
                    <a:pt x="1710" y="801"/>
                    <a:pt x="3934" y="1"/>
                    <a:pt x="6667" y="315"/>
                  </a:cubicBezTo>
                  <a:cubicBezTo>
                    <a:pt x="9427" y="631"/>
                    <a:pt x="11183" y="1598"/>
                    <a:pt x="12446" y="2858"/>
                  </a:cubicBezTo>
                  <a:cubicBezTo>
                    <a:pt x="13387" y="3797"/>
                    <a:pt x="14055" y="4901"/>
                    <a:pt x="14659" y="6017"/>
                  </a:cubicBezTo>
                  <a:cubicBezTo>
                    <a:pt x="14757" y="6202"/>
                    <a:pt x="14858" y="6386"/>
                    <a:pt x="14952" y="6571"/>
                  </a:cubicBezTo>
                  <a:cubicBezTo>
                    <a:pt x="15021" y="6699"/>
                    <a:pt x="15089" y="6830"/>
                    <a:pt x="15156" y="6959"/>
                  </a:cubicBezTo>
                  <a:cubicBezTo>
                    <a:pt x="15434" y="7488"/>
                    <a:pt x="15712" y="8012"/>
                    <a:pt x="16011" y="8514"/>
                  </a:cubicBezTo>
                  <a:cubicBezTo>
                    <a:pt x="16151" y="8745"/>
                    <a:pt x="16294" y="8973"/>
                    <a:pt x="16443" y="9193"/>
                  </a:cubicBezTo>
                  <a:cubicBezTo>
                    <a:pt x="17432" y="10645"/>
                    <a:pt x="18721" y="11828"/>
                    <a:pt x="20949" y="12293"/>
                  </a:cubicBezTo>
                  <a:cubicBezTo>
                    <a:pt x="21139" y="12333"/>
                    <a:pt x="21338" y="12368"/>
                    <a:pt x="21541" y="12396"/>
                  </a:cubicBezTo>
                  <a:cubicBezTo>
                    <a:pt x="22045" y="12467"/>
                    <a:pt x="22593" y="12506"/>
                    <a:pt x="23193" y="12506"/>
                  </a:cubicBezTo>
                  <a:cubicBezTo>
                    <a:pt x="23815" y="12506"/>
                    <a:pt x="24408" y="12506"/>
                    <a:pt x="24974" y="12507"/>
                  </a:cubicBezTo>
                  <a:cubicBezTo>
                    <a:pt x="25180" y="12507"/>
                    <a:pt x="25382" y="12507"/>
                    <a:pt x="25580" y="12508"/>
                  </a:cubicBezTo>
                  <a:lnTo>
                    <a:pt x="25580" y="12508"/>
                  </a:lnTo>
                  <a:cubicBezTo>
                    <a:pt x="26143" y="12510"/>
                    <a:pt x="26682" y="12514"/>
                    <a:pt x="27194" y="12518"/>
                  </a:cubicBezTo>
                  <a:cubicBezTo>
                    <a:pt x="27420" y="12521"/>
                    <a:pt x="27638" y="12524"/>
                    <a:pt x="27852" y="12527"/>
                  </a:cubicBezTo>
                  <a:cubicBezTo>
                    <a:pt x="27969" y="12528"/>
                    <a:pt x="28084" y="12529"/>
                    <a:pt x="28198" y="12531"/>
                  </a:cubicBezTo>
                  <a:cubicBezTo>
                    <a:pt x="28578" y="12538"/>
                    <a:pt x="28945" y="12547"/>
                    <a:pt x="29300" y="12557"/>
                  </a:cubicBezTo>
                  <a:cubicBezTo>
                    <a:pt x="29937" y="12577"/>
                    <a:pt x="30532" y="12603"/>
                    <a:pt x="31095" y="12638"/>
                  </a:cubicBezTo>
                  <a:cubicBezTo>
                    <a:pt x="31465" y="12662"/>
                    <a:pt x="31823" y="12688"/>
                    <a:pt x="32167" y="12721"/>
                  </a:cubicBezTo>
                  <a:lnTo>
                    <a:pt x="32167" y="12721"/>
                  </a:lnTo>
                  <a:cubicBezTo>
                    <a:pt x="32270" y="12731"/>
                    <a:pt x="32373" y="12739"/>
                    <a:pt x="32473" y="12752"/>
                  </a:cubicBezTo>
                  <a:cubicBezTo>
                    <a:pt x="32703" y="12777"/>
                    <a:pt x="32927" y="12802"/>
                    <a:pt x="33148" y="12833"/>
                  </a:cubicBezTo>
                  <a:cubicBezTo>
                    <a:pt x="33619" y="12895"/>
                    <a:pt x="34067" y="12969"/>
                    <a:pt x="34504" y="13058"/>
                  </a:cubicBezTo>
                  <a:cubicBezTo>
                    <a:pt x="34770" y="13112"/>
                    <a:pt x="35031" y="13174"/>
                    <a:pt x="35286" y="13238"/>
                  </a:cubicBezTo>
                  <a:cubicBezTo>
                    <a:pt x="36288" y="13494"/>
                    <a:pt x="37234" y="13838"/>
                    <a:pt x="38220" y="14302"/>
                  </a:cubicBezTo>
                  <a:cubicBezTo>
                    <a:pt x="38484" y="14428"/>
                    <a:pt x="38750" y="14560"/>
                    <a:pt x="39021" y="14702"/>
                  </a:cubicBezTo>
                  <a:cubicBezTo>
                    <a:pt x="39301" y="14851"/>
                    <a:pt x="39586" y="15007"/>
                    <a:pt x="39879" y="15175"/>
                  </a:cubicBezTo>
                  <a:cubicBezTo>
                    <a:pt x="40453" y="15508"/>
                    <a:pt x="41053" y="15881"/>
                    <a:pt x="41693" y="16295"/>
                  </a:cubicBezTo>
                  <a:close/>
                </a:path>
              </a:pathLst>
            </a:custGeom>
            <a:gradFill>
              <a:gsLst>
                <a:gs pos="0">
                  <a:srgbClr val="8686FA"/>
                </a:gs>
                <a:gs pos="100000">
                  <a:srgbClr val="ECEC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1">
              <a:extLst>
                <a:ext uri="{FF2B5EF4-FFF2-40B4-BE49-F238E27FC236}">
                  <a16:creationId xmlns:a16="http://schemas.microsoft.com/office/drawing/2014/main" id="{C027F197-C144-FC04-9EDB-38AC1A0B2D68}"/>
                </a:ext>
              </a:extLst>
            </p:cNvPr>
            <p:cNvSpPr/>
            <p:nvPr/>
          </p:nvSpPr>
          <p:spPr>
            <a:xfrm>
              <a:off x="2364413" y="1528150"/>
              <a:ext cx="608625" cy="531650"/>
            </a:xfrm>
            <a:custGeom>
              <a:avLst/>
              <a:gdLst/>
              <a:ahLst/>
              <a:cxnLst/>
              <a:rect l="l" t="t" r="r" b="b"/>
              <a:pathLst>
                <a:path w="24345" h="21266" extrusionOk="0">
                  <a:moveTo>
                    <a:pt x="13093" y="5376"/>
                  </a:moveTo>
                  <a:lnTo>
                    <a:pt x="14018" y="5947"/>
                  </a:lnTo>
                  <a:cubicBezTo>
                    <a:pt x="13872" y="5993"/>
                    <a:pt x="13727" y="6037"/>
                    <a:pt x="13587" y="6083"/>
                  </a:cubicBezTo>
                  <a:lnTo>
                    <a:pt x="13093" y="5376"/>
                  </a:lnTo>
                  <a:close/>
                  <a:moveTo>
                    <a:pt x="9986" y="7212"/>
                  </a:moveTo>
                  <a:lnTo>
                    <a:pt x="10131" y="7887"/>
                  </a:lnTo>
                  <a:cubicBezTo>
                    <a:pt x="10015" y="7902"/>
                    <a:pt x="9891" y="7920"/>
                    <a:pt x="9762" y="7938"/>
                  </a:cubicBezTo>
                  <a:lnTo>
                    <a:pt x="9986" y="7212"/>
                  </a:lnTo>
                  <a:close/>
                  <a:moveTo>
                    <a:pt x="13365" y="8284"/>
                  </a:moveTo>
                  <a:lnTo>
                    <a:pt x="13382" y="8293"/>
                  </a:lnTo>
                  <a:cubicBezTo>
                    <a:pt x="13375" y="8293"/>
                    <a:pt x="13365" y="8292"/>
                    <a:pt x="13358" y="8292"/>
                  </a:cubicBezTo>
                  <a:lnTo>
                    <a:pt x="13365" y="8284"/>
                  </a:lnTo>
                  <a:close/>
                  <a:moveTo>
                    <a:pt x="14363" y="7394"/>
                  </a:moveTo>
                  <a:lnTo>
                    <a:pt x="14587" y="8425"/>
                  </a:lnTo>
                  <a:cubicBezTo>
                    <a:pt x="14408" y="8400"/>
                    <a:pt x="14234" y="8380"/>
                    <a:pt x="14068" y="8360"/>
                  </a:cubicBezTo>
                  <a:lnTo>
                    <a:pt x="14363" y="7394"/>
                  </a:lnTo>
                  <a:close/>
                  <a:moveTo>
                    <a:pt x="18559" y="1"/>
                  </a:moveTo>
                  <a:cubicBezTo>
                    <a:pt x="16910" y="1"/>
                    <a:pt x="14711" y="143"/>
                    <a:pt x="13639" y="825"/>
                  </a:cubicBezTo>
                  <a:cubicBezTo>
                    <a:pt x="12561" y="1511"/>
                    <a:pt x="11588" y="4039"/>
                    <a:pt x="10969" y="6012"/>
                  </a:cubicBezTo>
                  <a:cubicBezTo>
                    <a:pt x="9278" y="5313"/>
                    <a:pt x="7062" y="4475"/>
                    <a:pt x="5990" y="4475"/>
                  </a:cubicBezTo>
                  <a:cubicBezTo>
                    <a:pt x="5919" y="4475"/>
                    <a:pt x="5852" y="4479"/>
                    <a:pt x="5791" y="4487"/>
                  </a:cubicBezTo>
                  <a:cubicBezTo>
                    <a:pt x="4198" y="4690"/>
                    <a:pt x="0" y="6797"/>
                    <a:pt x="0" y="6797"/>
                  </a:cubicBezTo>
                  <a:lnTo>
                    <a:pt x="1729" y="6869"/>
                  </a:lnTo>
                  <a:lnTo>
                    <a:pt x="3340" y="6268"/>
                  </a:lnTo>
                  <a:lnTo>
                    <a:pt x="2973" y="6921"/>
                  </a:lnTo>
                  <a:lnTo>
                    <a:pt x="4874" y="7497"/>
                  </a:lnTo>
                  <a:lnTo>
                    <a:pt x="5912" y="7043"/>
                  </a:lnTo>
                  <a:lnTo>
                    <a:pt x="5912" y="7043"/>
                  </a:lnTo>
                  <a:lnTo>
                    <a:pt x="5750" y="8250"/>
                  </a:lnTo>
                  <a:lnTo>
                    <a:pt x="7558" y="8367"/>
                  </a:lnTo>
                  <a:cubicBezTo>
                    <a:pt x="6400" y="8657"/>
                    <a:pt x="5269" y="9071"/>
                    <a:pt x="4638" y="9649"/>
                  </a:cubicBezTo>
                  <a:cubicBezTo>
                    <a:pt x="2988" y="11159"/>
                    <a:pt x="1281" y="16854"/>
                    <a:pt x="1281" y="16854"/>
                  </a:cubicBezTo>
                  <a:lnTo>
                    <a:pt x="2469" y="15476"/>
                  </a:lnTo>
                  <a:lnTo>
                    <a:pt x="3265" y="12693"/>
                  </a:lnTo>
                  <a:lnTo>
                    <a:pt x="3622" y="14999"/>
                  </a:lnTo>
                  <a:lnTo>
                    <a:pt x="6600" y="14201"/>
                  </a:lnTo>
                  <a:lnTo>
                    <a:pt x="6149" y="11422"/>
                  </a:lnTo>
                  <a:lnTo>
                    <a:pt x="6149" y="11422"/>
                  </a:lnTo>
                  <a:lnTo>
                    <a:pt x="7538" y="13451"/>
                  </a:lnTo>
                  <a:lnTo>
                    <a:pt x="8579" y="12914"/>
                  </a:lnTo>
                  <a:lnTo>
                    <a:pt x="8438" y="10858"/>
                  </a:lnTo>
                  <a:lnTo>
                    <a:pt x="9371" y="12947"/>
                  </a:lnTo>
                  <a:lnTo>
                    <a:pt x="10727" y="10503"/>
                  </a:lnTo>
                  <a:lnTo>
                    <a:pt x="10727" y="10503"/>
                  </a:lnTo>
                  <a:cubicBezTo>
                    <a:pt x="10708" y="11110"/>
                    <a:pt x="10686" y="11827"/>
                    <a:pt x="10663" y="12630"/>
                  </a:cubicBezTo>
                  <a:cubicBezTo>
                    <a:pt x="10603" y="14585"/>
                    <a:pt x="10529" y="17056"/>
                    <a:pt x="10447" y="19732"/>
                  </a:cubicBezTo>
                  <a:cubicBezTo>
                    <a:pt x="10431" y="20236"/>
                    <a:pt x="10415" y="20748"/>
                    <a:pt x="10399" y="21266"/>
                  </a:cubicBezTo>
                  <a:cubicBezTo>
                    <a:pt x="11079" y="21189"/>
                    <a:pt x="11733" y="21096"/>
                    <a:pt x="12362" y="20987"/>
                  </a:cubicBezTo>
                  <a:lnTo>
                    <a:pt x="12373" y="20129"/>
                  </a:lnTo>
                  <a:lnTo>
                    <a:pt x="12458" y="12712"/>
                  </a:lnTo>
                  <a:lnTo>
                    <a:pt x="12479" y="10921"/>
                  </a:lnTo>
                  <a:lnTo>
                    <a:pt x="13710" y="13116"/>
                  </a:lnTo>
                  <a:lnTo>
                    <a:pt x="14630" y="11021"/>
                  </a:lnTo>
                  <a:lnTo>
                    <a:pt x="14502" y="13078"/>
                  </a:lnTo>
                  <a:lnTo>
                    <a:pt x="15548" y="13608"/>
                  </a:lnTo>
                  <a:lnTo>
                    <a:pt x="16924" y="11569"/>
                  </a:lnTo>
                  <a:lnTo>
                    <a:pt x="16488" y="14353"/>
                  </a:lnTo>
                  <a:lnTo>
                    <a:pt x="19471" y="15132"/>
                  </a:lnTo>
                  <a:lnTo>
                    <a:pt x="19813" y="12825"/>
                  </a:lnTo>
                  <a:lnTo>
                    <a:pt x="20626" y="15604"/>
                  </a:lnTo>
                  <a:lnTo>
                    <a:pt x="21824" y="16972"/>
                  </a:lnTo>
                  <a:cubicBezTo>
                    <a:pt x="21824" y="16972"/>
                    <a:pt x="20081" y="11287"/>
                    <a:pt x="18423" y="9788"/>
                  </a:cubicBezTo>
                  <a:cubicBezTo>
                    <a:pt x="17884" y="9299"/>
                    <a:pt x="17051" y="8965"/>
                    <a:pt x="16172" y="8736"/>
                  </a:cubicBezTo>
                  <a:lnTo>
                    <a:pt x="16172" y="8736"/>
                  </a:lnTo>
                  <a:lnTo>
                    <a:pt x="18493" y="8778"/>
                  </a:lnTo>
                  <a:lnTo>
                    <a:pt x="18430" y="7560"/>
                  </a:lnTo>
                  <a:lnTo>
                    <a:pt x="19426" y="8098"/>
                  </a:lnTo>
                  <a:lnTo>
                    <a:pt x="21369" y="7681"/>
                  </a:lnTo>
                  <a:lnTo>
                    <a:pt x="21059" y="7000"/>
                  </a:lnTo>
                  <a:lnTo>
                    <a:pt x="22614" y="7734"/>
                  </a:lnTo>
                  <a:lnTo>
                    <a:pt x="24345" y="7809"/>
                  </a:lnTo>
                  <a:cubicBezTo>
                    <a:pt x="24345" y="7809"/>
                    <a:pt x="20337" y="5361"/>
                    <a:pt x="18764" y="5027"/>
                  </a:cubicBezTo>
                  <a:cubicBezTo>
                    <a:pt x="18648" y="5002"/>
                    <a:pt x="18510" y="4991"/>
                    <a:pt x="18354" y="4991"/>
                  </a:cubicBezTo>
                  <a:cubicBezTo>
                    <a:pt x="17634" y="4991"/>
                    <a:pt x="16523" y="5233"/>
                    <a:pt x="15389" y="5545"/>
                  </a:cubicBezTo>
                  <a:lnTo>
                    <a:pt x="15488" y="5437"/>
                  </a:lnTo>
                  <a:lnTo>
                    <a:pt x="14437" y="3148"/>
                  </a:lnTo>
                  <a:lnTo>
                    <a:pt x="16448" y="4729"/>
                  </a:lnTo>
                  <a:lnTo>
                    <a:pt x="18253" y="1852"/>
                  </a:lnTo>
                  <a:lnTo>
                    <a:pt x="16579" y="558"/>
                  </a:lnTo>
                  <a:lnTo>
                    <a:pt x="16579" y="558"/>
                  </a:lnTo>
                  <a:lnTo>
                    <a:pt x="19084" y="804"/>
                  </a:lnTo>
                  <a:lnTo>
                    <a:pt x="20637" y="74"/>
                  </a:lnTo>
                  <a:cubicBezTo>
                    <a:pt x="20637" y="74"/>
                    <a:pt x="19739" y="1"/>
                    <a:pt x="18559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1">
              <a:extLst>
                <a:ext uri="{FF2B5EF4-FFF2-40B4-BE49-F238E27FC236}">
                  <a16:creationId xmlns:a16="http://schemas.microsoft.com/office/drawing/2014/main" id="{B2B760FC-CF80-CD65-354E-C86569A23E6E}"/>
                </a:ext>
              </a:extLst>
            </p:cNvPr>
            <p:cNvSpPr/>
            <p:nvPr/>
          </p:nvSpPr>
          <p:spPr>
            <a:xfrm>
              <a:off x="3006713" y="1367350"/>
              <a:ext cx="95275" cy="199675"/>
            </a:xfrm>
            <a:custGeom>
              <a:avLst/>
              <a:gdLst/>
              <a:ahLst/>
              <a:cxnLst/>
              <a:rect l="l" t="t" r="r" b="b"/>
              <a:pathLst>
                <a:path w="3811" h="7987" extrusionOk="0">
                  <a:moveTo>
                    <a:pt x="3809" y="5037"/>
                  </a:moveTo>
                  <a:lnTo>
                    <a:pt x="3083" y="4578"/>
                  </a:lnTo>
                  <a:lnTo>
                    <a:pt x="3627" y="5375"/>
                  </a:lnTo>
                  <a:lnTo>
                    <a:pt x="3811" y="5644"/>
                  </a:lnTo>
                  <a:lnTo>
                    <a:pt x="3811" y="6750"/>
                  </a:lnTo>
                  <a:lnTo>
                    <a:pt x="3716" y="6815"/>
                  </a:lnTo>
                  <a:lnTo>
                    <a:pt x="3152" y="7200"/>
                  </a:lnTo>
                  <a:lnTo>
                    <a:pt x="2656" y="7537"/>
                  </a:lnTo>
                  <a:lnTo>
                    <a:pt x="2656" y="7537"/>
                  </a:lnTo>
                  <a:lnTo>
                    <a:pt x="1999" y="7986"/>
                  </a:lnTo>
                  <a:lnTo>
                    <a:pt x="1805" y="7780"/>
                  </a:lnTo>
                  <a:lnTo>
                    <a:pt x="1772" y="7744"/>
                  </a:lnTo>
                  <a:lnTo>
                    <a:pt x="1275" y="7214"/>
                  </a:lnTo>
                  <a:lnTo>
                    <a:pt x="443" y="6327"/>
                  </a:lnTo>
                  <a:lnTo>
                    <a:pt x="100" y="5963"/>
                  </a:lnTo>
                  <a:lnTo>
                    <a:pt x="0" y="5856"/>
                  </a:lnTo>
                  <a:cubicBezTo>
                    <a:pt x="0" y="5856"/>
                    <a:pt x="109" y="5579"/>
                    <a:pt x="302" y="5142"/>
                  </a:cubicBezTo>
                  <a:cubicBezTo>
                    <a:pt x="899" y="3796"/>
                    <a:pt x="2291" y="937"/>
                    <a:pt x="3677" y="77"/>
                  </a:cubicBezTo>
                  <a:cubicBezTo>
                    <a:pt x="3719" y="52"/>
                    <a:pt x="3765" y="26"/>
                    <a:pt x="3811" y="0"/>
                  </a:cubicBezTo>
                  <a:lnTo>
                    <a:pt x="3811" y="503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1">
              <a:extLst>
                <a:ext uri="{FF2B5EF4-FFF2-40B4-BE49-F238E27FC236}">
                  <a16:creationId xmlns:a16="http://schemas.microsoft.com/office/drawing/2014/main" id="{E37F5F6F-0A48-17A0-8562-E0B0D4F557F0}"/>
                </a:ext>
              </a:extLst>
            </p:cNvPr>
            <p:cNvSpPr/>
            <p:nvPr/>
          </p:nvSpPr>
          <p:spPr>
            <a:xfrm>
              <a:off x="2727063" y="1416200"/>
              <a:ext cx="375000" cy="437950"/>
            </a:xfrm>
            <a:custGeom>
              <a:avLst/>
              <a:gdLst/>
              <a:ahLst/>
              <a:cxnLst/>
              <a:rect l="l" t="t" r="r" b="b"/>
              <a:pathLst>
                <a:path w="15000" h="17518" extrusionOk="0">
                  <a:moveTo>
                    <a:pt x="14902" y="4859"/>
                  </a:moveTo>
                  <a:cubicBezTo>
                    <a:pt x="14169" y="4705"/>
                    <a:pt x="13588" y="4623"/>
                    <a:pt x="13382" y="4597"/>
                  </a:cubicBezTo>
                  <a:cubicBezTo>
                    <a:pt x="13331" y="4591"/>
                    <a:pt x="13303" y="4586"/>
                    <a:pt x="13303" y="4586"/>
                  </a:cubicBezTo>
                  <a:lnTo>
                    <a:pt x="13190" y="5039"/>
                  </a:lnTo>
                  <a:lnTo>
                    <a:pt x="12866" y="5136"/>
                  </a:lnTo>
                  <a:lnTo>
                    <a:pt x="12693" y="3924"/>
                  </a:lnTo>
                  <a:cubicBezTo>
                    <a:pt x="12693" y="3924"/>
                    <a:pt x="12635" y="3924"/>
                    <a:pt x="12531" y="3927"/>
                  </a:cubicBezTo>
                  <a:cubicBezTo>
                    <a:pt x="11590" y="3264"/>
                    <a:pt x="7530" y="259"/>
                    <a:pt x="6087" y="137"/>
                  </a:cubicBezTo>
                  <a:cubicBezTo>
                    <a:pt x="4501" y="0"/>
                    <a:pt x="1" y="1168"/>
                    <a:pt x="1" y="1168"/>
                  </a:cubicBezTo>
                  <a:lnTo>
                    <a:pt x="1660" y="1598"/>
                  </a:lnTo>
                  <a:lnTo>
                    <a:pt x="3344" y="1350"/>
                  </a:lnTo>
                  <a:lnTo>
                    <a:pt x="2852" y="1906"/>
                  </a:lnTo>
                  <a:lnTo>
                    <a:pt x="4572" y="2859"/>
                  </a:lnTo>
                  <a:lnTo>
                    <a:pt x="5672" y="2635"/>
                  </a:lnTo>
                  <a:lnTo>
                    <a:pt x="5264" y="3771"/>
                  </a:lnTo>
                  <a:lnTo>
                    <a:pt x="8205" y="4606"/>
                  </a:lnTo>
                  <a:cubicBezTo>
                    <a:pt x="7604" y="4810"/>
                    <a:pt x="7061" y="5080"/>
                    <a:pt x="6671" y="5428"/>
                  </a:cubicBezTo>
                  <a:cubicBezTo>
                    <a:pt x="5022" y="6905"/>
                    <a:pt x="3268" y="12525"/>
                    <a:pt x="3268" y="12525"/>
                  </a:cubicBezTo>
                  <a:lnTo>
                    <a:pt x="4461" y="11175"/>
                  </a:lnTo>
                  <a:lnTo>
                    <a:pt x="5279" y="8429"/>
                  </a:lnTo>
                  <a:lnTo>
                    <a:pt x="5608" y="10716"/>
                  </a:lnTo>
                  <a:lnTo>
                    <a:pt x="8565" y="9960"/>
                  </a:lnTo>
                  <a:lnTo>
                    <a:pt x="8149" y="7203"/>
                  </a:lnTo>
                  <a:lnTo>
                    <a:pt x="9502" y="9228"/>
                  </a:lnTo>
                  <a:lnTo>
                    <a:pt x="10539" y="8707"/>
                  </a:lnTo>
                  <a:lnTo>
                    <a:pt x="10422" y="6671"/>
                  </a:lnTo>
                  <a:lnTo>
                    <a:pt x="11321" y="8749"/>
                  </a:lnTo>
                  <a:lnTo>
                    <a:pt x="12329" y="7657"/>
                  </a:lnTo>
                  <a:cubicBezTo>
                    <a:pt x="12231" y="9914"/>
                    <a:pt x="12074" y="13535"/>
                    <a:pt x="11900" y="17517"/>
                  </a:cubicBezTo>
                  <a:cubicBezTo>
                    <a:pt x="12622" y="16498"/>
                    <a:pt x="13176" y="15474"/>
                    <a:pt x="13601" y="14500"/>
                  </a:cubicBezTo>
                  <a:lnTo>
                    <a:pt x="13751" y="8972"/>
                  </a:lnTo>
                  <a:lnTo>
                    <a:pt x="14166" y="9528"/>
                  </a:lnTo>
                  <a:lnTo>
                    <a:pt x="14999" y="8053"/>
                  </a:lnTo>
                  <a:lnTo>
                    <a:pt x="14999" y="4879"/>
                  </a:lnTo>
                  <a:cubicBezTo>
                    <a:pt x="14965" y="4873"/>
                    <a:pt x="14933" y="4866"/>
                    <a:pt x="14902" y="4859"/>
                  </a:cubicBezTo>
                  <a:close/>
                  <a:moveTo>
                    <a:pt x="9196" y="4330"/>
                  </a:moveTo>
                  <a:lnTo>
                    <a:pt x="9574" y="3648"/>
                  </a:lnTo>
                  <a:lnTo>
                    <a:pt x="9576" y="4251"/>
                  </a:lnTo>
                  <a:cubicBezTo>
                    <a:pt x="9449" y="4275"/>
                    <a:pt x="9323" y="4301"/>
                    <a:pt x="9196" y="433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1">
              <a:extLst>
                <a:ext uri="{FF2B5EF4-FFF2-40B4-BE49-F238E27FC236}">
                  <a16:creationId xmlns:a16="http://schemas.microsoft.com/office/drawing/2014/main" id="{8E6E86A0-2719-A2F3-2F8C-003BF48ADB58}"/>
                </a:ext>
              </a:extLst>
            </p:cNvPr>
            <p:cNvSpPr/>
            <p:nvPr/>
          </p:nvSpPr>
          <p:spPr>
            <a:xfrm>
              <a:off x="1907813" y="1528000"/>
              <a:ext cx="618375" cy="516400"/>
            </a:xfrm>
            <a:custGeom>
              <a:avLst/>
              <a:gdLst/>
              <a:ahLst/>
              <a:cxnLst/>
              <a:rect l="l" t="t" r="r" b="b"/>
              <a:pathLst>
                <a:path w="24735" h="20656" extrusionOk="0">
                  <a:moveTo>
                    <a:pt x="24735" y="6967"/>
                  </a:moveTo>
                  <a:cubicBezTo>
                    <a:pt x="24735" y="6967"/>
                    <a:pt x="20433" y="5203"/>
                    <a:pt x="18845" y="5123"/>
                  </a:cubicBezTo>
                  <a:cubicBezTo>
                    <a:pt x="18124" y="5087"/>
                    <a:pt x="16668" y="5669"/>
                    <a:pt x="15259" y="6329"/>
                  </a:cubicBezTo>
                  <a:lnTo>
                    <a:pt x="15443" y="6050"/>
                  </a:lnTo>
                  <a:lnTo>
                    <a:pt x="14057" y="3976"/>
                  </a:lnTo>
                  <a:lnTo>
                    <a:pt x="16271" y="5207"/>
                  </a:lnTo>
                  <a:lnTo>
                    <a:pt x="17584" y="2111"/>
                  </a:lnTo>
                  <a:lnTo>
                    <a:pt x="15744" y="1109"/>
                  </a:lnTo>
                  <a:lnTo>
                    <a:pt x="18232" y="958"/>
                  </a:lnTo>
                  <a:lnTo>
                    <a:pt x="19637" y="0"/>
                  </a:lnTo>
                  <a:cubicBezTo>
                    <a:pt x="19637" y="0"/>
                    <a:pt x="14526" y="400"/>
                    <a:pt x="12912" y="1833"/>
                  </a:cubicBezTo>
                  <a:cubicBezTo>
                    <a:pt x="11692" y="2916"/>
                    <a:pt x="10806" y="5968"/>
                    <a:pt x="10445" y="7397"/>
                  </a:cubicBezTo>
                  <a:lnTo>
                    <a:pt x="10445" y="7397"/>
                  </a:lnTo>
                  <a:cubicBezTo>
                    <a:pt x="8686" y="6558"/>
                    <a:pt x="5723" y="5214"/>
                    <a:pt x="4606" y="5310"/>
                  </a:cubicBezTo>
                  <a:cubicBezTo>
                    <a:pt x="3565" y="5397"/>
                    <a:pt x="1378" y="6253"/>
                    <a:pt x="0" y="6831"/>
                  </a:cubicBezTo>
                  <a:cubicBezTo>
                    <a:pt x="45" y="7037"/>
                    <a:pt x="98" y="7251"/>
                    <a:pt x="155" y="7471"/>
                  </a:cubicBezTo>
                  <a:lnTo>
                    <a:pt x="487" y="7499"/>
                  </a:lnTo>
                  <a:lnTo>
                    <a:pt x="2105" y="6970"/>
                  </a:lnTo>
                  <a:lnTo>
                    <a:pt x="1715" y="7602"/>
                  </a:lnTo>
                  <a:lnTo>
                    <a:pt x="3573" y="8251"/>
                  </a:lnTo>
                  <a:lnTo>
                    <a:pt x="4620" y="7844"/>
                  </a:lnTo>
                  <a:lnTo>
                    <a:pt x="4408" y="9033"/>
                  </a:lnTo>
                  <a:lnTo>
                    <a:pt x="7450" y="9356"/>
                  </a:lnTo>
                  <a:cubicBezTo>
                    <a:pt x="6891" y="9660"/>
                    <a:pt x="6402" y="10017"/>
                    <a:pt x="6077" y="10427"/>
                  </a:cubicBezTo>
                  <a:cubicBezTo>
                    <a:pt x="5360" y="11332"/>
                    <a:pt x="4806" y="13354"/>
                    <a:pt x="4440" y="15081"/>
                  </a:cubicBezTo>
                  <a:cubicBezTo>
                    <a:pt x="4613" y="15257"/>
                    <a:pt x="4791" y="15432"/>
                    <a:pt x="4976" y="15606"/>
                  </a:cubicBezTo>
                  <a:lnTo>
                    <a:pt x="5214" y="13620"/>
                  </a:lnTo>
                  <a:lnTo>
                    <a:pt x="5926" y="15818"/>
                  </a:lnTo>
                  <a:lnTo>
                    <a:pt x="8711" y="14572"/>
                  </a:lnTo>
                  <a:lnTo>
                    <a:pt x="7834" y="11923"/>
                  </a:lnTo>
                  <a:lnTo>
                    <a:pt x="9510" y="13691"/>
                  </a:lnTo>
                  <a:lnTo>
                    <a:pt x="10444" y="13002"/>
                  </a:lnTo>
                  <a:lnTo>
                    <a:pt x="9982" y="11013"/>
                  </a:lnTo>
                  <a:lnTo>
                    <a:pt x="11223" y="12910"/>
                  </a:lnTo>
                  <a:lnTo>
                    <a:pt x="12050" y="11633"/>
                  </a:lnTo>
                  <a:cubicBezTo>
                    <a:pt x="12354" y="13865"/>
                    <a:pt x="12806" y="17193"/>
                    <a:pt x="13207" y="20164"/>
                  </a:cubicBezTo>
                  <a:cubicBezTo>
                    <a:pt x="13800" y="20344"/>
                    <a:pt x="14419" y="20508"/>
                    <a:pt x="15066" y="20655"/>
                  </a:cubicBezTo>
                  <a:lnTo>
                    <a:pt x="13765" y="12821"/>
                  </a:lnTo>
                  <a:lnTo>
                    <a:pt x="13765" y="12821"/>
                  </a:lnTo>
                  <a:lnTo>
                    <a:pt x="14160" y="13197"/>
                  </a:lnTo>
                  <a:lnTo>
                    <a:pt x="14923" y="11065"/>
                  </a:lnTo>
                  <a:lnTo>
                    <a:pt x="14939" y="13105"/>
                  </a:lnTo>
                  <a:lnTo>
                    <a:pt x="16007" y="13556"/>
                  </a:lnTo>
                  <a:lnTo>
                    <a:pt x="17225" y="11447"/>
                  </a:lnTo>
                  <a:lnTo>
                    <a:pt x="16989" y="14225"/>
                  </a:lnTo>
                  <a:lnTo>
                    <a:pt x="19989" y="14788"/>
                  </a:lnTo>
                  <a:lnTo>
                    <a:pt x="20168" y="12486"/>
                  </a:lnTo>
                  <a:lnTo>
                    <a:pt x="21163" y="15173"/>
                  </a:lnTo>
                  <a:lnTo>
                    <a:pt x="22442" y="16444"/>
                  </a:lnTo>
                  <a:cubicBezTo>
                    <a:pt x="22442" y="16444"/>
                    <a:pt x="20327" y="10949"/>
                    <a:pt x="18586" y="9584"/>
                  </a:cubicBezTo>
                  <a:cubicBezTo>
                    <a:pt x="18316" y="9371"/>
                    <a:pt x="17983" y="9200"/>
                    <a:pt x="17613" y="9058"/>
                  </a:cubicBezTo>
                  <a:lnTo>
                    <a:pt x="19173" y="8838"/>
                  </a:lnTo>
                  <a:lnTo>
                    <a:pt x="18921" y="7658"/>
                  </a:lnTo>
                  <a:lnTo>
                    <a:pt x="19980" y="8028"/>
                  </a:lnTo>
                  <a:lnTo>
                    <a:pt x="21815" y="7315"/>
                  </a:lnTo>
                  <a:lnTo>
                    <a:pt x="21404" y="6699"/>
                  </a:lnTo>
                  <a:lnTo>
                    <a:pt x="23039" y="7171"/>
                  </a:lnTo>
                  <a:close/>
                  <a:moveTo>
                    <a:pt x="14214" y="6837"/>
                  </a:moveTo>
                  <a:cubicBezTo>
                    <a:pt x="14058" y="6913"/>
                    <a:pt x="13909" y="6990"/>
                    <a:pt x="13763" y="7065"/>
                  </a:cubicBezTo>
                  <a:lnTo>
                    <a:pt x="13091" y="6372"/>
                  </a:lnTo>
                  <a:close/>
                  <a:moveTo>
                    <a:pt x="8381" y="8914"/>
                  </a:moveTo>
                  <a:lnTo>
                    <a:pt x="8642" y="8178"/>
                  </a:lnTo>
                  <a:lnTo>
                    <a:pt x="8743" y="8771"/>
                  </a:lnTo>
                  <a:cubicBezTo>
                    <a:pt x="8622" y="8814"/>
                    <a:pt x="8501" y="8863"/>
                    <a:pt x="8381" y="8914"/>
                  </a:cubicBezTo>
                  <a:close/>
                  <a:moveTo>
                    <a:pt x="14859" y="8514"/>
                  </a:moveTo>
                  <a:lnTo>
                    <a:pt x="14912" y="8129"/>
                  </a:lnTo>
                  <a:lnTo>
                    <a:pt x="15067" y="8532"/>
                  </a:lnTo>
                  <a:cubicBezTo>
                    <a:pt x="15001" y="8526"/>
                    <a:pt x="14928" y="8519"/>
                    <a:pt x="14859" y="851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1">
              <a:extLst>
                <a:ext uri="{FF2B5EF4-FFF2-40B4-BE49-F238E27FC236}">
                  <a16:creationId xmlns:a16="http://schemas.microsoft.com/office/drawing/2014/main" id="{C4694AC5-E2A8-1F68-5263-45C199176249}"/>
                </a:ext>
              </a:extLst>
            </p:cNvPr>
            <p:cNvSpPr/>
            <p:nvPr/>
          </p:nvSpPr>
          <p:spPr>
            <a:xfrm>
              <a:off x="2035363" y="780700"/>
              <a:ext cx="145775" cy="238375"/>
            </a:xfrm>
            <a:custGeom>
              <a:avLst/>
              <a:gdLst/>
              <a:ahLst/>
              <a:cxnLst/>
              <a:rect l="l" t="t" r="r" b="b"/>
              <a:pathLst>
                <a:path w="5831" h="9535" extrusionOk="0">
                  <a:moveTo>
                    <a:pt x="588" y="0"/>
                  </a:moveTo>
                  <a:cubicBezTo>
                    <a:pt x="415" y="0"/>
                    <a:pt x="275" y="54"/>
                    <a:pt x="165" y="163"/>
                  </a:cubicBezTo>
                  <a:cubicBezTo>
                    <a:pt x="55" y="273"/>
                    <a:pt x="0" y="404"/>
                    <a:pt x="0" y="558"/>
                  </a:cubicBezTo>
                  <a:lnTo>
                    <a:pt x="0" y="8977"/>
                  </a:lnTo>
                  <a:cubicBezTo>
                    <a:pt x="0" y="9131"/>
                    <a:pt x="53" y="9262"/>
                    <a:pt x="158" y="9372"/>
                  </a:cubicBezTo>
                  <a:cubicBezTo>
                    <a:pt x="262" y="9482"/>
                    <a:pt x="396" y="9535"/>
                    <a:pt x="560" y="9535"/>
                  </a:cubicBezTo>
                  <a:lnTo>
                    <a:pt x="5272" y="9535"/>
                  </a:lnTo>
                  <a:cubicBezTo>
                    <a:pt x="5427" y="9535"/>
                    <a:pt x="5558" y="9486"/>
                    <a:pt x="5666" y="9386"/>
                  </a:cubicBezTo>
                  <a:cubicBezTo>
                    <a:pt x="5776" y="9287"/>
                    <a:pt x="5831" y="9159"/>
                    <a:pt x="5831" y="9005"/>
                  </a:cubicBezTo>
                  <a:cubicBezTo>
                    <a:pt x="5831" y="8850"/>
                    <a:pt x="5776" y="8721"/>
                    <a:pt x="5666" y="8616"/>
                  </a:cubicBezTo>
                  <a:cubicBezTo>
                    <a:pt x="5558" y="8512"/>
                    <a:pt x="5427" y="8461"/>
                    <a:pt x="5272" y="8461"/>
                  </a:cubicBezTo>
                  <a:lnTo>
                    <a:pt x="5272" y="8458"/>
                  </a:lnTo>
                  <a:lnTo>
                    <a:pt x="1146" y="8458"/>
                  </a:lnTo>
                  <a:lnTo>
                    <a:pt x="1146" y="558"/>
                  </a:lnTo>
                  <a:cubicBezTo>
                    <a:pt x="1146" y="404"/>
                    <a:pt x="1092" y="273"/>
                    <a:pt x="982" y="163"/>
                  </a:cubicBezTo>
                  <a:cubicBezTo>
                    <a:pt x="873" y="54"/>
                    <a:pt x="742" y="0"/>
                    <a:pt x="588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1">
              <a:extLst>
                <a:ext uri="{FF2B5EF4-FFF2-40B4-BE49-F238E27FC236}">
                  <a16:creationId xmlns:a16="http://schemas.microsoft.com/office/drawing/2014/main" id="{145E98CA-52A0-E696-658B-BFB79E8607F0}"/>
                </a:ext>
              </a:extLst>
            </p:cNvPr>
            <p:cNvSpPr/>
            <p:nvPr/>
          </p:nvSpPr>
          <p:spPr>
            <a:xfrm>
              <a:off x="2220013" y="780700"/>
              <a:ext cx="149150" cy="238325"/>
            </a:xfrm>
            <a:custGeom>
              <a:avLst/>
              <a:gdLst/>
              <a:ahLst/>
              <a:cxnLst/>
              <a:rect l="l" t="t" r="r" b="b"/>
              <a:pathLst>
                <a:path w="5966" h="9533" extrusionOk="0">
                  <a:moveTo>
                    <a:pt x="556" y="0"/>
                  </a:moveTo>
                  <a:cubicBezTo>
                    <a:pt x="401" y="0"/>
                    <a:pt x="272" y="56"/>
                    <a:pt x="163" y="160"/>
                  </a:cubicBezTo>
                  <a:cubicBezTo>
                    <a:pt x="53" y="270"/>
                    <a:pt x="1" y="399"/>
                    <a:pt x="1" y="555"/>
                  </a:cubicBezTo>
                  <a:lnTo>
                    <a:pt x="1" y="8974"/>
                  </a:lnTo>
                  <a:cubicBezTo>
                    <a:pt x="1" y="9129"/>
                    <a:pt x="53" y="9259"/>
                    <a:pt x="163" y="9368"/>
                  </a:cubicBezTo>
                  <a:cubicBezTo>
                    <a:pt x="273" y="9478"/>
                    <a:pt x="404" y="9532"/>
                    <a:pt x="559" y="9532"/>
                  </a:cubicBezTo>
                  <a:lnTo>
                    <a:pt x="5407" y="9532"/>
                  </a:lnTo>
                  <a:cubicBezTo>
                    <a:pt x="5562" y="9532"/>
                    <a:pt x="5691" y="9483"/>
                    <a:pt x="5801" y="9382"/>
                  </a:cubicBezTo>
                  <a:cubicBezTo>
                    <a:pt x="5911" y="9283"/>
                    <a:pt x="5966" y="9156"/>
                    <a:pt x="5966" y="9002"/>
                  </a:cubicBezTo>
                  <a:cubicBezTo>
                    <a:pt x="5966" y="8866"/>
                    <a:pt x="5911" y="8744"/>
                    <a:pt x="5801" y="8634"/>
                  </a:cubicBezTo>
                  <a:cubicBezTo>
                    <a:pt x="5691" y="8525"/>
                    <a:pt x="5562" y="8470"/>
                    <a:pt x="5407" y="8470"/>
                  </a:cubicBezTo>
                  <a:lnTo>
                    <a:pt x="1143" y="8470"/>
                  </a:lnTo>
                  <a:lnTo>
                    <a:pt x="1143" y="5175"/>
                  </a:lnTo>
                  <a:lnTo>
                    <a:pt x="4792" y="5175"/>
                  </a:lnTo>
                  <a:cubicBezTo>
                    <a:pt x="4947" y="5175"/>
                    <a:pt x="5078" y="5127"/>
                    <a:pt x="5188" y="5031"/>
                  </a:cubicBezTo>
                  <a:cubicBezTo>
                    <a:pt x="5298" y="4938"/>
                    <a:pt x="5350" y="4813"/>
                    <a:pt x="5350" y="4657"/>
                  </a:cubicBezTo>
                  <a:cubicBezTo>
                    <a:pt x="5350" y="4494"/>
                    <a:pt x="5298" y="4363"/>
                    <a:pt x="5188" y="4263"/>
                  </a:cubicBezTo>
                  <a:cubicBezTo>
                    <a:pt x="5078" y="4163"/>
                    <a:pt x="4947" y="4113"/>
                    <a:pt x="4792" y="4113"/>
                  </a:cubicBezTo>
                  <a:lnTo>
                    <a:pt x="1142" y="4113"/>
                  </a:lnTo>
                  <a:lnTo>
                    <a:pt x="1142" y="1062"/>
                  </a:lnTo>
                  <a:lnTo>
                    <a:pt x="5405" y="1062"/>
                  </a:lnTo>
                  <a:cubicBezTo>
                    <a:pt x="5559" y="1062"/>
                    <a:pt x="5690" y="1015"/>
                    <a:pt x="5800" y="919"/>
                  </a:cubicBezTo>
                  <a:cubicBezTo>
                    <a:pt x="5910" y="824"/>
                    <a:pt x="5963" y="700"/>
                    <a:pt x="5963" y="544"/>
                  </a:cubicBezTo>
                  <a:cubicBezTo>
                    <a:pt x="5963" y="390"/>
                    <a:pt x="5910" y="262"/>
                    <a:pt x="5800" y="157"/>
                  </a:cubicBezTo>
                  <a:cubicBezTo>
                    <a:pt x="5690" y="53"/>
                    <a:pt x="5559" y="0"/>
                    <a:pt x="5405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1">
              <a:extLst>
                <a:ext uri="{FF2B5EF4-FFF2-40B4-BE49-F238E27FC236}">
                  <a16:creationId xmlns:a16="http://schemas.microsoft.com/office/drawing/2014/main" id="{E87E47E7-E02D-B3C6-C45D-3845A79223A3}"/>
                </a:ext>
              </a:extLst>
            </p:cNvPr>
            <p:cNvSpPr/>
            <p:nvPr/>
          </p:nvSpPr>
          <p:spPr>
            <a:xfrm>
              <a:off x="2395313" y="780725"/>
              <a:ext cx="186300" cy="238350"/>
            </a:xfrm>
            <a:custGeom>
              <a:avLst/>
              <a:gdLst/>
              <a:ahLst/>
              <a:cxnLst/>
              <a:rect l="l" t="t" r="r" b="b"/>
              <a:pathLst>
                <a:path w="7452" h="9534" extrusionOk="0">
                  <a:moveTo>
                    <a:pt x="560" y="0"/>
                  </a:moveTo>
                  <a:cubicBezTo>
                    <a:pt x="404" y="0"/>
                    <a:pt x="274" y="48"/>
                    <a:pt x="164" y="144"/>
                  </a:cubicBezTo>
                  <a:cubicBezTo>
                    <a:pt x="54" y="237"/>
                    <a:pt x="0" y="362"/>
                    <a:pt x="0" y="517"/>
                  </a:cubicBezTo>
                  <a:cubicBezTo>
                    <a:pt x="0" y="673"/>
                    <a:pt x="54" y="799"/>
                    <a:pt x="164" y="898"/>
                  </a:cubicBezTo>
                  <a:cubicBezTo>
                    <a:pt x="274" y="997"/>
                    <a:pt x="404" y="1048"/>
                    <a:pt x="560" y="1048"/>
                  </a:cubicBezTo>
                  <a:lnTo>
                    <a:pt x="3148" y="1048"/>
                  </a:lnTo>
                  <a:lnTo>
                    <a:pt x="3148" y="8976"/>
                  </a:lnTo>
                  <a:cubicBezTo>
                    <a:pt x="3148" y="9130"/>
                    <a:pt x="3200" y="9261"/>
                    <a:pt x="3304" y="9371"/>
                  </a:cubicBezTo>
                  <a:cubicBezTo>
                    <a:pt x="3409" y="9481"/>
                    <a:pt x="3548" y="9534"/>
                    <a:pt x="3720" y="9534"/>
                  </a:cubicBezTo>
                  <a:cubicBezTo>
                    <a:pt x="3893" y="9534"/>
                    <a:pt x="4033" y="9481"/>
                    <a:pt x="4143" y="9371"/>
                  </a:cubicBezTo>
                  <a:cubicBezTo>
                    <a:pt x="4252" y="9261"/>
                    <a:pt x="4306" y="9130"/>
                    <a:pt x="4306" y="8976"/>
                  </a:cubicBezTo>
                  <a:lnTo>
                    <a:pt x="4306" y="1048"/>
                  </a:lnTo>
                  <a:lnTo>
                    <a:pt x="6894" y="1048"/>
                  </a:lnTo>
                  <a:cubicBezTo>
                    <a:pt x="7048" y="1048"/>
                    <a:pt x="7179" y="1001"/>
                    <a:pt x="7289" y="905"/>
                  </a:cubicBezTo>
                  <a:cubicBezTo>
                    <a:pt x="7397" y="812"/>
                    <a:pt x="7452" y="687"/>
                    <a:pt x="7452" y="531"/>
                  </a:cubicBezTo>
                  <a:cubicBezTo>
                    <a:pt x="7452" y="378"/>
                    <a:pt x="7397" y="250"/>
                    <a:pt x="7289" y="151"/>
                  </a:cubicBezTo>
                  <a:cubicBezTo>
                    <a:pt x="7179" y="52"/>
                    <a:pt x="7048" y="0"/>
                    <a:pt x="689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1">
              <a:extLst>
                <a:ext uri="{FF2B5EF4-FFF2-40B4-BE49-F238E27FC236}">
                  <a16:creationId xmlns:a16="http://schemas.microsoft.com/office/drawing/2014/main" id="{27BA624A-C33D-92FF-FF45-BE3782AD333F}"/>
                </a:ext>
              </a:extLst>
            </p:cNvPr>
            <p:cNvSpPr/>
            <p:nvPr/>
          </p:nvSpPr>
          <p:spPr>
            <a:xfrm>
              <a:off x="2604838" y="778400"/>
              <a:ext cx="47975" cy="70125"/>
            </a:xfrm>
            <a:custGeom>
              <a:avLst/>
              <a:gdLst/>
              <a:ahLst/>
              <a:cxnLst/>
              <a:rect l="l" t="t" r="r" b="b"/>
              <a:pathLst>
                <a:path w="1919" h="2805" extrusionOk="0">
                  <a:moveTo>
                    <a:pt x="954" y="0"/>
                  </a:moveTo>
                  <a:cubicBezTo>
                    <a:pt x="808" y="0"/>
                    <a:pt x="661" y="34"/>
                    <a:pt x="517" y="96"/>
                  </a:cubicBezTo>
                  <a:cubicBezTo>
                    <a:pt x="372" y="160"/>
                    <a:pt x="252" y="245"/>
                    <a:pt x="156" y="355"/>
                  </a:cubicBezTo>
                  <a:cubicBezTo>
                    <a:pt x="60" y="462"/>
                    <a:pt x="9" y="586"/>
                    <a:pt x="0" y="722"/>
                  </a:cubicBezTo>
                  <a:cubicBezTo>
                    <a:pt x="0" y="831"/>
                    <a:pt x="21" y="919"/>
                    <a:pt x="60" y="981"/>
                  </a:cubicBezTo>
                  <a:cubicBezTo>
                    <a:pt x="102" y="1044"/>
                    <a:pt x="158" y="1094"/>
                    <a:pt x="231" y="1130"/>
                  </a:cubicBezTo>
                  <a:cubicBezTo>
                    <a:pt x="276" y="1094"/>
                    <a:pt x="334" y="1068"/>
                    <a:pt x="401" y="1050"/>
                  </a:cubicBezTo>
                  <a:cubicBezTo>
                    <a:pt x="471" y="1030"/>
                    <a:pt x="536" y="1022"/>
                    <a:pt x="600" y="1022"/>
                  </a:cubicBezTo>
                  <a:cubicBezTo>
                    <a:pt x="710" y="1022"/>
                    <a:pt x="798" y="1058"/>
                    <a:pt x="866" y="1130"/>
                  </a:cubicBezTo>
                  <a:cubicBezTo>
                    <a:pt x="934" y="1204"/>
                    <a:pt x="969" y="1285"/>
                    <a:pt x="969" y="1375"/>
                  </a:cubicBezTo>
                  <a:cubicBezTo>
                    <a:pt x="969" y="1512"/>
                    <a:pt x="934" y="1637"/>
                    <a:pt x="866" y="1750"/>
                  </a:cubicBezTo>
                  <a:cubicBezTo>
                    <a:pt x="796" y="1865"/>
                    <a:pt x="705" y="1954"/>
                    <a:pt x="586" y="2015"/>
                  </a:cubicBezTo>
                  <a:cubicBezTo>
                    <a:pt x="476" y="2070"/>
                    <a:pt x="365" y="2110"/>
                    <a:pt x="252" y="2138"/>
                  </a:cubicBezTo>
                  <a:cubicBezTo>
                    <a:pt x="139" y="2164"/>
                    <a:pt x="81" y="2259"/>
                    <a:pt x="81" y="2423"/>
                  </a:cubicBezTo>
                  <a:cubicBezTo>
                    <a:pt x="81" y="2558"/>
                    <a:pt x="123" y="2656"/>
                    <a:pt x="210" y="2715"/>
                  </a:cubicBezTo>
                  <a:cubicBezTo>
                    <a:pt x="297" y="2774"/>
                    <a:pt x="404" y="2805"/>
                    <a:pt x="531" y="2805"/>
                  </a:cubicBezTo>
                  <a:cubicBezTo>
                    <a:pt x="693" y="2805"/>
                    <a:pt x="858" y="2750"/>
                    <a:pt x="1020" y="2640"/>
                  </a:cubicBezTo>
                  <a:cubicBezTo>
                    <a:pt x="1185" y="2530"/>
                    <a:pt x="1334" y="2384"/>
                    <a:pt x="1470" y="2203"/>
                  </a:cubicBezTo>
                  <a:cubicBezTo>
                    <a:pt x="1605" y="2021"/>
                    <a:pt x="1715" y="1828"/>
                    <a:pt x="1797" y="1624"/>
                  </a:cubicBezTo>
                  <a:cubicBezTo>
                    <a:pt x="1879" y="1420"/>
                    <a:pt x="1918" y="1226"/>
                    <a:pt x="1918" y="1045"/>
                  </a:cubicBezTo>
                  <a:cubicBezTo>
                    <a:pt x="1918" y="710"/>
                    <a:pt x="1828" y="452"/>
                    <a:pt x="1647" y="273"/>
                  </a:cubicBezTo>
                  <a:cubicBezTo>
                    <a:pt x="1466" y="91"/>
                    <a:pt x="1235" y="0"/>
                    <a:pt x="954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1">
              <a:extLst>
                <a:ext uri="{FF2B5EF4-FFF2-40B4-BE49-F238E27FC236}">
                  <a16:creationId xmlns:a16="http://schemas.microsoft.com/office/drawing/2014/main" id="{FD0D4245-1C08-B3EB-E522-764CA5D6A6F7}"/>
                </a:ext>
              </a:extLst>
            </p:cNvPr>
            <p:cNvSpPr/>
            <p:nvPr/>
          </p:nvSpPr>
          <p:spPr>
            <a:xfrm>
              <a:off x="2680713" y="777350"/>
              <a:ext cx="166875" cy="245150"/>
            </a:xfrm>
            <a:custGeom>
              <a:avLst/>
              <a:gdLst/>
              <a:ahLst/>
              <a:cxnLst/>
              <a:rect l="l" t="t" r="r" b="b"/>
              <a:pathLst>
                <a:path w="6675" h="9806" extrusionOk="0">
                  <a:moveTo>
                    <a:pt x="3502" y="0"/>
                  </a:moveTo>
                  <a:cubicBezTo>
                    <a:pt x="2876" y="0"/>
                    <a:pt x="2319" y="109"/>
                    <a:pt x="1834" y="327"/>
                  </a:cubicBezTo>
                  <a:cubicBezTo>
                    <a:pt x="1347" y="546"/>
                    <a:pt x="969" y="847"/>
                    <a:pt x="697" y="1234"/>
                  </a:cubicBezTo>
                  <a:cubicBezTo>
                    <a:pt x="422" y="1619"/>
                    <a:pt x="287" y="2070"/>
                    <a:pt x="287" y="2589"/>
                  </a:cubicBezTo>
                  <a:cubicBezTo>
                    <a:pt x="287" y="3007"/>
                    <a:pt x="357" y="3366"/>
                    <a:pt x="498" y="3670"/>
                  </a:cubicBezTo>
                  <a:cubicBezTo>
                    <a:pt x="640" y="3975"/>
                    <a:pt x="839" y="4233"/>
                    <a:pt x="1097" y="4447"/>
                  </a:cubicBezTo>
                  <a:cubicBezTo>
                    <a:pt x="1358" y="4659"/>
                    <a:pt x="1661" y="4837"/>
                    <a:pt x="2012" y="4977"/>
                  </a:cubicBezTo>
                  <a:cubicBezTo>
                    <a:pt x="2361" y="5117"/>
                    <a:pt x="2745" y="5238"/>
                    <a:pt x="3163" y="5338"/>
                  </a:cubicBezTo>
                  <a:cubicBezTo>
                    <a:pt x="3635" y="5456"/>
                    <a:pt x="4051" y="5591"/>
                    <a:pt x="4408" y="5747"/>
                  </a:cubicBezTo>
                  <a:cubicBezTo>
                    <a:pt x="4767" y="5901"/>
                    <a:pt x="5049" y="6096"/>
                    <a:pt x="5253" y="6333"/>
                  </a:cubicBezTo>
                  <a:cubicBezTo>
                    <a:pt x="5456" y="6570"/>
                    <a:pt x="5559" y="6869"/>
                    <a:pt x="5559" y="7232"/>
                  </a:cubicBezTo>
                  <a:cubicBezTo>
                    <a:pt x="5559" y="7531"/>
                    <a:pt x="5465" y="7796"/>
                    <a:pt x="5274" y="8023"/>
                  </a:cubicBezTo>
                  <a:cubicBezTo>
                    <a:pt x="5083" y="8248"/>
                    <a:pt x="4830" y="8426"/>
                    <a:pt x="4511" y="8553"/>
                  </a:cubicBezTo>
                  <a:cubicBezTo>
                    <a:pt x="4193" y="8681"/>
                    <a:pt x="3835" y="8743"/>
                    <a:pt x="3434" y="8743"/>
                  </a:cubicBezTo>
                  <a:cubicBezTo>
                    <a:pt x="2916" y="8743"/>
                    <a:pt x="2450" y="8652"/>
                    <a:pt x="2038" y="8471"/>
                  </a:cubicBezTo>
                  <a:cubicBezTo>
                    <a:pt x="1624" y="8290"/>
                    <a:pt x="1241" y="8025"/>
                    <a:pt x="886" y="7682"/>
                  </a:cubicBezTo>
                  <a:cubicBezTo>
                    <a:pt x="786" y="7581"/>
                    <a:pt x="672" y="7531"/>
                    <a:pt x="545" y="7531"/>
                  </a:cubicBezTo>
                  <a:cubicBezTo>
                    <a:pt x="390" y="7531"/>
                    <a:pt x="261" y="7588"/>
                    <a:pt x="157" y="7702"/>
                  </a:cubicBezTo>
                  <a:cubicBezTo>
                    <a:pt x="52" y="7815"/>
                    <a:pt x="1" y="7946"/>
                    <a:pt x="1" y="8089"/>
                  </a:cubicBezTo>
                  <a:cubicBezTo>
                    <a:pt x="1" y="8180"/>
                    <a:pt x="22" y="8267"/>
                    <a:pt x="62" y="8350"/>
                  </a:cubicBezTo>
                  <a:cubicBezTo>
                    <a:pt x="101" y="8430"/>
                    <a:pt x="154" y="8498"/>
                    <a:pt x="218" y="8553"/>
                  </a:cubicBezTo>
                  <a:cubicBezTo>
                    <a:pt x="691" y="8987"/>
                    <a:pt x="1182" y="9306"/>
                    <a:pt x="1690" y="9506"/>
                  </a:cubicBezTo>
                  <a:cubicBezTo>
                    <a:pt x="2198" y="9704"/>
                    <a:pt x="2790" y="9805"/>
                    <a:pt x="3461" y="9805"/>
                  </a:cubicBezTo>
                  <a:cubicBezTo>
                    <a:pt x="4067" y="9805"/>
                    <a:pt x="4616" y="9693"/>
                    <a:pt x="5099" y="9466"/>
                  </a:cubicBezTo>
                  <a:cubicBezTo>
                    <a:pt x="5586" y="9240"/>
                    <a:pt x="5969" y="8931"/>
                    <a:pt x="6251" y="8540"/>
                  </a:cubicBezTo>
                  <a:cubicBezTo>
                    <a:pt x="6532" y="8151"/>
                    <a:pt x="6674" y="7705"/>
                    <a:pt x="6674" y="7206"/>
                  </a:cubicBezTo>
                  <a:cubicBezTo>
                    <a:pt x="6674" y="6735"/>
                    <a:pt x="6599" y="6336"/>
                    <a:pt x="6449" y="6014"/>
                  </a:cubicBezTo>
                  <a:cubicBezTo>
                    <a:pt x="6300" y="5693"/>
                    <a:pt x="6090" y="5427"/>
                    <a:pt x="5815" y="5218"/>
                  </a:cubicBezTo>
                  <a:cubicBezTo>
                    <a:pt x="5543" y="5009"/>
                    <a:pt x="5220" y="4835"/>
                    <a:pt x="4841" y="4693"/>
                  </a:cubicBezTo>
                  <a:cubicBezTo>
                    <a:pt x="4464" y="4553"/>
                    <a:pt x="4054" y="4429"/>
                    <a:pt x="3608" y="4320"/>
                  </a:cubicBezTo>
                  <a:cubicBezTo>
                    <a:pt x="3199" y="4212"/>
                    <a:pt x="2827" y="4087"/>
                    <a:pt x="2492" y="3946"/>
                  </a:cubicBezTo>
                  <a:cubicBezTo>
                    <a:pt x="2155" y="3805"/>
                    <a:pt x="1888" y="3625"/>
                    <a:pt x="1688" y="3402"/>
                  </a:cubicBezTo>
                  <a:cubicBezTo>
                    <a:pt x="1487" y="3181"/>
                    <a:pt x="1388" y="2895"/>
                    <a:pt x="1388" y="2550"/>
                  </a:cubicBezTo>
                  <a:cubicBezTo>
                    <a:pt x="1388" y="2243"/>
                    <a:pt x="1477" y="1978"/>
                    <a:pt x="1654" y="1761"/>
                  </a:cubicBezTo>
                  <a:cubicBezTo>
                    <a:pt x="1832" y="1541"/>
                    <a:pt x="2079" y="1371"/>
                    <a:pt x="2397" y="1249"/>
                  </a:cubicBezTo>
                  <a:cubicBezTo>
                    <a:pt x="2715" y="1126"/>
                    <a:pt x="3083" y="1065"/>
                    <a:pt x="3501" y="1065"/>
                  </a:cubicBezTo>
                  <a:cubicBezTo>
                    <a:pt x="3782" y="1065"/>
                    <a:pt x="4062" y="1104"/>
                    <a:pt x="4339" y="1186"/>
                  </a:cubicBezTo>
                  <a:cubicBezTo>
                    <a:pt x="4616" y="1268"/>
                    <a:pt x="4875" y="1378"/>
                    <a:pt x="5115" y="1513"/>
                  </a:cubicBezTo>
                  <a:cubicBezTo>
                    <a:pt x="5356" y="1650"/>
                    <a:pt x="5554" y="1804"/>
                    <a:pt x="5708" y="1977"/>
                  </a:cubicBezTo>
                  <a:cubicBezTo>
                    <a:pt x="5790" y="2041"/>
                    <a:pt x="5881" y="2071"/>
                    <a:pt x="5981" y="2071"/>
                  </a:cubicBezTo>
                  <a:cubicBezTo>
                    <a:pt x="6126" y="2071"/>
                    <a:pt x="6257" y="2014"/>
                    <a:pt x="6369" y="1902"/>
                  </a:cubicBezTo>
                  <a:cubicBezTo>
                    <a:pt x="6482" y="1789"/>
                    <a:pt x="6539" y="1668"/>
                    <a:pt x="6539" y="1541"/>
                  </a:cubicBezTo>
                  <a:cubicBezTo>
                    <a:pt x="6539" y="1367"/>
                    <a:pt x="6447" y="1196"/>
                    <a:pt x="6266" y="1023"/>
                  </a:cubicBezTo>
                  <a:cubicBezTo>
                    <a:pt x="5967" y="705"/>
                    <a:pt x="5569" y="454"/>
                    <a:pt x="5075" y="273"/>
                  </a:cubicBezTo>
                  <a:cubicBezTo>
                    <a:pt x="4581" y="91"/>
                    <a:pt x="4055" y="0"/>
                    <a:pt x="3502" y="0"/>
                  </a:cubicBezTo>
                  <a:close/>
                </a:path>
              </a:pathLst>
            </a:custGeom>
            <a:solidFill>
              <a:srgbClr val="0E1A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1">
              <a:extLst>
                <a:ext uri="{FF2B5EF4-FFF2-40B4-BE49-F238E27FC236}">
                  <a16:creationId xmlns:a16="http://schemas.microsoft.com/office/drawing/2014/main" id="{24FE891A-CD8E-EE65-5724-1DE0C7B1630B}"/>
                </a:ext>
              </a:extLst>
            </p:cNvPr>
            <p:cNvSpPr/>
            <p:nvPr/>
          </p:nvSpPr>
          <p:spPr>
            <a:xfrm>
              <a:off x="2015938" y="1058700"/>
              <a:ext cx="192800" cy="238350"/>
            </a:xfrm>
            <a:custGeom>
              <a:avLst/>
              <a:gdLst/>
              <a:ahLst/>
              <a:cxnLst/>
              <a:rect l="l" t="t" r="r" b="b"/>
              <a:pathLst>
                <a:path w="7712" h="9534" extrusionOk="0">
                  <a:moveTo>
                    <a:pt x="832" y="0"/>
                  </a:moveTo>
                  <a:cubicBezTo>
                    <a:pt x="595" y="0"/>
                    <a:pt x="398" y="70"/>
                    <a:pt x="239" y="210"/>
                  </a:cubicBezTo>
                  <a:cubicBezTo>
                    <a:pt x="80" y="351"/>
                    <a:pt x="1" y="540"/>
                    <a:pt x="1" y="777"/>
                  </a:cubicBezTo>
                  <a:cubicBezTo>
                    <a:pt x="1" y="1013"/>
                    <a:pt x="80" y="1204"/>
                    <a:pt x="239" y="1349"/>
                  </a:cubicBezTo>
                  <a:cubicBezTo>
                    <a:pt x="399" y="1494"/>
                    <a:pt x="595" y="1566"/>
                    <a:pt x="832" y="1566"/>
                  </a:cubicBezTo>
                  <a:lnTo>
                    <a:pt x="2972" y="1566"/>
                  </a:lnTo>
                  <a:lnTo>
                    <a:pt x="2972" y="8703"/>
                  </a:lnTo>
                  <a:cubicBezTo>
                    <a:pt x="2972" y="8939"/>
                    <a:pt x="3053" y="9137"/>
                    <a:pt x="3217" y="9296"/>
                  </a:cubicBezTo>
                  <a:cubicBezTo>
                    <a:pt x="3380" y="9454"/>
                    <a:pt x="3589" y="9534"/>
                    <a:pt x="3844" y="9534"/>
                  </a:cubicBezTo>
                  <a:cubicBezTo>
                    <a:pt x="4107" y="9534"/>
                    <a:pt x="4322" y="9456"/>
                    <a:pt x="4491" y="9296"/>
                  </a:cubicBezTo>
                  <a:cubicBezTo>
                    <a:pt x="4659" y="9136"/>
                    <a:pt x="4743" y="8939"/>
                    <a:pt x="4743" y="8703"/>
                  </a:cubicBezTo>
                  <a:lnTo>
                    <a:pt x="4743" y="1566"/>
                  </a:lnTo>
                  <a:lnTo>
                    <a:pt x="6879" y="1566"/>
                  </a:lnTo>
                  <a:cubicBezTo>
                    <a:pt x="7116" y="1566"/>
                    <a:pt x="7315" y="1496"/>
                    <a:pt x="7472" y="1356"/>
                  </a:cubicBezTo>
                  <a:cubicBezTo>
                    <a:pt x="7630" y="1215"/>
                    <a:pt x="7711" y="1027"/>
                    <a:pt x="7711" y="791"/>
                  </a:cubicBezTo>
                  <a:cubicBezTo>
                    <a:pt x="7711" y="554"/>
                    <a:pt x="7630" y="363"/>
                    <a:pt x="7472" y="217"/>
                  </a:cubicBezTo>
                  <a:cubicBezTo>
                    <a:pt x="7312" y="74"/>
                    <a:pt x="7116" y="0"/>
                    <a:pt x="6879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1">
              <a:extLst>
                <a:ext uri="{FF2B5EF4-FFF2-40B4-BE49-F238E27FC236}">
                  <a16:creationId xmlns:a16="http://schemas.microsoft.com/office/drawing/2014/main" id="{E8D984F9-F88F-A2A4-B57A-E47FCA18D145}"/>
                </a:ext>
              </a:extLst>
            </p:cNvPr>
            <p:cNvSpPr/>
            <p:nvPr/>
          </p:nvSpPr>
          <p:spPr>
            <a:xfrm>
              <a:off x="2220613" y="1111375"/>
              <a:ext cx="118850" cy="185675"/>
            </a:xfrm>
            <a:custGeom>
              <a:avLst/>
              <a:gdLst/>
              <a:ahLst/>
              <a:cxnLst/>
              <a:rect l="l" t="t" r="r" b="b"/>
              <a:pathLst>
                <a:path w="4754" h="7427" extrusionOk="0">
                  <a:moveTo>
                    <a:pt x="3786" y="0"/>
                  </a:moveTo>
                  <a:cubicBezTo>
                    <a:pt x="3560" y="0"/>
                    <a:pt x="3332" y="28"/>
                    <a:pt x="3105" y="82"/>
                  </a:cubicBezTo>
                  <a:cubicBezTo>
                    <a:pt x="2878" y="135"/>
                    <a:pt x="2665" y="222"/>
                    <a:pt x="2465" y="334"/>
                  </a:cubicBezTo>
                  <a:cubicBezTo>
                    <a:pt x="2266" y="448"/>
                    <a:pt x="2086" y="588"/>
                    <a:pt x="1928" y="757"/>
                  </a:cubicBezTo>
                  <a:cubicBezTo>
                    <a:pt x="1816" y="876"/>
                    <a:pt x="1718" y="1008"/>
                    <a:pt x="1635" y="1151"/>
                  </a:cubicBezTo>
                  <a:lnTo>
                    <a:pt x="1635" y="1151"/>
                  </a:lnTo>
                  <a:lnTo>
                    <a:pt x="1635" y="969"/>
                  </a:lnTo>
                  <a:cubicBezTo>
                    <a:pt x="1635" y="732"/>
                    <a:pt x="1559" y="535"/>
                    <a:pt x="1404" y="376"/>
                  </a:cubicBezTo>
                  <a:cubicBezTo>
                    <a:pt x="1250" y="217"/>
                    <a:pt x="1055" y="138"/>
                    <a:pt x="819" y="138"/>
                  </a:cubicBezTo>
                  <a:cubicBezTo>
                    <a:pt x="582" y="138"/>
                    <a:pt x="387" y="217"/>
                    <a:pt x="231" y="376"/>
                  </a:cubicBezTo>
                  <a:cubicBezTo>
                    <a:pt x="77" y="536"/>
                    <a:pt x="0" y="732"/>
                    <a:pt x="0" y="969"/>
                  </a:cubicBezTo>
                  <a:lnTo>
                    <a:pt x="0" y="6596"/>
                  </a:lnTo>
                  <a:cubicBezTo>
                    <a:pt x="0" y="6832"/>
                    <a:pt x="77" y="7030"/>
                    <a:pt x="231" y="7189"/>
                  </a:cubicBezTo>
                  <a:cubicBezTo>
                    <a:pt x="387" y="7347"/>
                    <a:pt x="582" y="7427"/>
                    <a:pt x="819" y="7427"/>
                  </a:cubicBezTo>
                  <a:cubicBezTo>
                    <a:pt x="1054" y="7427"/>
                    <a:pt x="1250" y="7349"/>
                    <a:pt x="1402" y="7185"/>
                  </a:cubicBezTo>
                  <a:cubicBezTo>
                    <a:pt x="1558" y="7024"/>
                    <a:pt x="1634" y="6828"/>
                    <a:pt x="1634" y="6592"/>
                  </a:cubicBezTo>
                  <a:lnTo>
                    <a:pt x="1634" y="3363"/>
                  </a:lnTo>
                  <a:cubicBezTo>
                    <a:pt x="1634" y="3036"/>
                    <a:pt x="1676" y="2752"/>
                    <a:pt x="1762" y="2512"/>
                  </a:cubicBezTo>
                  <a:cubicBezTo>
                    <a:pt x="1850" y="2272"/>
                    <a:pt x="1963" y="2070"/>
                    <a:pt x="2103" y="1907"/>
                  </a:cubicBezTo>
                  <a:cubicBezTo>
                    <a:pt x="2245" y="1746"/>
                    <a:pt x="2398" y="1623"/>
                    <a:pt x="2567" y="1547"/>
                  </a:cubicBezTo>
                  <a:cubicBezTo>
                    <a:pt x="2735" y="1469"/>
                    <a:pt x="2901" y="1430"/>
                    <a:pt x="3063" y="1430"/>
                  </a:cubicBezTo>
                  <a:cubicBezTo>
                    <a:pt x="3244" y="1430"/>
                    <a:pt x="3407" y="1463"/>
                    <a:pt x="3548" y="1526"/>
                  </a:cubicBezTo>
                  <a:cubicBezTo>
                    <a:pt x="3688" y="1590"/>
                    <a:pt x="3846" y="1622"/>
                    <a:pt x="4017" y="1622"/>
                  </a:cubicBezTo>
                  <a:cubicBezTo>
                    <a:pt x="4200" y="1622"/>
                    <a:pt x="4367" y="1555"/>
                    <a:pt x="4522" y="1423"/>
                  </a:cubicBezTo>
                  <a:cubicBezTo>
                    <a:pt x="4676" y="1290"/>
                    <a:pt x="4753" y="1075"/>
                    <a:pt x="4753" y="776"/>
                  </a:cubicBezTo>
                  <a:cubicBezTo>
                    <a:pt x="4753" y="567"/>
                    <a:pt x="4660" y="386"/>
                    <a:pt x="4473" y="231"/>
                  </a:cubicBezTo>
                  <a:cubicBezTo>
                    <a:pt x="4287" y="77"/>
                    <a:pt x="4059" y="0"/>
                    <a:pt x="3786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1">
              <a:extLst>
                <a:ext uri="{FF2B5EF4-FFF2-40B4-BE49-F238E27FC236}">
                  <a16:creationId xmlns:a16="http://schemas.microsoft.com/office/drawing/2014/main" id="{45492442-1FF7-6D1A-B1B7-EE5012DA71B8}"/>
                </a:ext>
              </a:extLst>
            </p:cNvPr>
            <p:cNvSpPr/>
            <p:nvPr/>
          </p:nvSpPr>
          <p:spPr>
            <a:xfrm>
              <a:off x="2354063" y="1111450"/>
              <a:ext cx="178175" cy="189050"/>
            </a:xfrm>
            <a:custGeom>
              <a:avLst/>
              <a:gdLst/>
              <a:ahLst/>
              <a:cxnLst/>
              <a:rect l="l" t="t" r="r" b="b"/>
              <a:pathLst>
                <a:path w="7127" h="7562" extrusionOk="0">
                  <a:moveTo>
                    <a:pt x="3557" y="1499"/>
                  </a:moveTo>
                  <a:cubicBezTo>
                    <a:pt x="3958" y="1499"/>
                    <a:pt x="4307" y="1598"/>
                    <a:pt x="4606" y="1798"/>
                  </a:cubicBezTo>
                  <a:cubicBezTo>
                    <a:pt x="4905" y="1997"/>
                    <a:pt x="5139" y="2271"/>
                    <a:pt x="5308" y="2615"/>
                  </a:cubicBezTo>
                  <a:cubicBezTo>
                    <a:pt x="5476" y="2960"/>
                    <a:pt x="5560" y="3350"/>
                    <a:pt x="5560" y="3786"/>
                  </a:cubicBezTo>
                  <a:cubicBezTo>
                    <a:pt x="5560" y="4214"/>
                    <a:pt x="5476" y="4600"/>
                    <a:pt x="5308" y="4945"/>
                  </a:cubicBezTo>
                  <a:cubicBezTo>
                    <a:pt x="5141" y="5292"/>
                    <a:pt x="4905" y="5563"/>
                    <a:pt x="4606" y="5762"/>
                  </a:cubicBezTo>
                  <a:cubicBezTo>
                    <a:pt x="4307" y="5962"/>
                    <a:pt x="3958" y="6061"/>
                    <a:pt x="3557" y="6061"/>
                  </a:cubicBezTo>
                  <a:cubicBezTo>
                    <a:pt x="3167" y="6061"/>
                    <a:pt x="2823" y="5962"/>
                    <a:pt x="2523" y="5762"/>
                  </a:cubicBezTo>
                  <a:cubicBezTo>
                    <a:pt x="2224" y="5563"/>
                    <a:pt x="1990" y="5289"/>
                    <a:pt x="1821" y="4945"/>
                  </a:cubicBezTo>
                  <a:cubicBezTo>
                    <a:pt x="1653" y="4598"/>
                    <a:pt x="1569" y="4213"/>
                    <a:pt x="1569" y="3786"/>
                  </a:cubicBezTo>
                  <a:cubicBezTo>
                    <a:pt x="1569" y="3351"/>
                    <a:pt x="1653" y="2960"/>
                    <a:pt x="1821" y="2615"/>
                  </a:cubicBezTo>
                  <a:cubicBezTo>
                    <a:pt x="1988" y="2269"/>
                    <a:pt x="2224" y="1997"/>
                    <a:pt x="2523" y="1798"/>
                  </a:cubicBezTo>
                  <a:cubicBezTo>
                    <a:pt x="2822" y="1599"/>
                    <a:pt x="3166" y="1499"/>
                    <a:pt x="3557" y="1499"/>
                  </a:cubicBezTo>
                  <a:close/>
                  <a:moveTo>
                    <a:pt x="6310" y="0"/>
                  </a:moveTo>
                  <a:cubicBezTo>
                    <a:pt x="6073" y="0"/>
                    <a:pt x="5878" y="81"/>
                    <a:pt x="5721" y="238"/>
                  </a:cubicBezTo>
                  <a:cubicBezTo>
                    <a:pt x="5567" y="398"/>
                    <a:pt x="5490" y="596"/>
                    <a:pt x="5490" y="832"/>
                  </a:cubicBezTo>
                  <a:lnTo>
                    <a:pt x="5490" y="850"/>
                  </a:lnTo>
                  <a:lnTo>
                    <a:pt x="5490" y="850"/>
                  </a:lnTo>
                  <a:cubicBezTo>
                    <a:pt x="5410" y="776"/>
                    <a:pt x="5322" y="701"/>
                    <a:pt x="5224" y="628"/>
                  </a:cubicBezTo>
                  <a:cubicBezTo>
                    <a:pt x="4983" y="447"/>
                    <a:pt x="4701" y="298"/>
                    <a:pt x="4374" y="180"/>
                  </a:cubicBezTo>
                  <a:cubicBezTo>
                    <a:pt x="4047" y="61"/>
                    <a:pt x="3686" y="1"/>
                    <a:pt x="3297" y="1"/>
                  </a:cubicBezTo>
                  <a:cubicBezTo>
                    <a:pt x="2687" y="1"/>
                    <a:pt x="2134" y="164"/>
                    <a:pt x="1635" y="486"/>
                  </a:cubicBezTo>
                  <a:cubicBezTo>
                    <a:pt x="1135" y="807"/>
                    <a:pt x="739" y="1253"/>
                    <a:pt x="444" y="1820"/>
                  </a:cubicBezTo>
                  <a:cubicBezTo>
                    <a:pt x="150" y="2387"/>
                    <a:pt x="1" y="3042"/>
                    <a:pt x="1" y="3787"/>
                  </a:cubicBezTo>
                  <a:cubicBezTo>
                    <a:pt x="1" y="4523"/>
                    <a:pt x="147" y="5176"/>
                    <a:pt x="444" y="5742"/>
                  </a:cubicBezTo>
                  <a:cubicBezTo>
                    <a:pt x="739" y="6310"/>
                    <a:pt x="1141" y="6756"/>
                    <a:pt x="1649" y="7077"/>
                  </a:cubicBezTo>
                  <a:cubicBezTo>
                    <a:pt x="2158" y="7399"/>
                    <a:pt x="2726" y="7561"/>
                    <a:pt x="3352" y="7561"/>
                  </a:cubicBezTo>
                  <a:cubicBezTo>
                    <a:pt x="3696" y="7561"/>
                    <a:pt x="4016" y="7503"/>
                    <a:pt x="4313" y="7390"/>
                  </a:cubicBezTo>
                  <a:cubicBezTo>
                    <a:pt x="4606" y="7278"/>
                    <a:pt x="4864" y="7138"/>
                    <a:pt x="5081" y="6974"/>
                  </a:cubicBezTo>
                  <a:cubicBezTo>
                    <a:pt x="5243" y="6854"/>
                    <a:pt x="5380" y="6732"/>
                    <a:pt x="5491" y="6608"/>
                  </a:cubicBezTo>
                  <a:lnTo>
                    <a:pt x="5491" y="6608"/>
                  </a:lnTo>
                  <a:cubicBezTo>
                    <a:pt x="5495" y="6839"/>
                    <a:pt x="5571" y="7032"/>
                    <a:pt x="5724" y="7187"/>
                  </a:cubicBezTo>
                  <a:cubicBezTo>
                    <a:pt x="5878" y="7346"/>
                    <a:pt x="6073" y="7425"/>
                    <a:pt x="6310" y="7425"/>
                  </a:cubicBezTo>
                  <a:cubicBezTo>
                    <a:pt x="6546" y="7425"/>
                    <a:pt x="6741" y="7346"/>
                    <a:pt x="6896" y="7187"/>
                  </a:cubicBezTo>
                  <a:cubicBezTo>
                    <a:pt x="7050" y="7027"/>
                    <a:pt x="7127" y="6831"/>
                    <a:pt x="7127" y="6594"/>
                  </a:cubicBezTo>
                  <a:lnTo>
                    <a:pt x="7127" y="832"/>
                  </a:lnTo>
                  <a:cubicBezTo>
                    <a:pt x="7127" y="587"/>
                    <a:pt x="7050" y="387"/>
                    <a:pt x="6896" y="233"/>
                  </a:cubicBezTo>
                  <a:cubicBezTo>
                    <a:pt x="6741" y="77"/>
                    <a:pt x="6546" y="0"/>
                    <a:pt x="6310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1">
              <a:extLst>
                <a:ext uri="{FF2B5EF4-FFF2-40B4-BE49-F238E27FC236}">
                  <a16:creationId xmlns:a16="http://schemas.microsoft.com/office/drawing/2014/main" id="{7DBA9FDF-F170-DE2D-10AB-47A105C2AE9C}"/>
                </a:ext>
              </a:extLst>
            </p:cNvPr>
            <p:cNvSpPr/>
            <p:nvPr/>
          </p:nvSpPr>
          <p:spPr>
            <a:xfrm>
              <a:off x="2560513" y="1114850"/>
              <a:ext cx="170925" cy="182375"/>
            </a:xfrm>
            <a:custGeom>
              <a:avLst/>
              <a:gdLst/>
              <a:ahLst/>
              <a:cxnLst/>
              <a:rect l="l" t="t" r="r" b="b"/>
              <a:pathLst>
                <a:path w="6837" h="7295" extrusionOk="0">
                  <a:moveTo>
                    <a:pt x="803" y="0"/>
                  </a:moveTo>
                  <a:cubicBezTo>
                    <a:pt x="558" y="0"/>
                    <a:pt x="362" y="80"/>
                    <a:pt x="217" y="233"/>
                  </a:cubicBezTo>
                  <a:cubicBezTo>
                    <a:pt x="73" y="392"/>
                    <a:pt x="0" y="553"/>
                    <a:pt x="0" y="717"/>
                  </a:cubicBezTo>
                  <a:cubicBezTo>
                    <a:pt x="0" y="817"/>
                    <a:pt x="13" y="904"/>
                    <a:pt x="35" y="976"/>
                  </a:cubicBezTo>
                  <a:cubicBezTo>
                    <a:pt x="57" y="1050"/>
                    <a:pt x="77" y="1108"/>
                    <a:pt x="96" y="1154"/>
                  </a:cubicBezTo>
                  <a:lnTo>
                    <a:pt x="2629" y="6766"/>
                  </a:lnTo>
                  <a:cubicBezTo>
                    <a:pt x="2709" y="6958"/>
                    <a:pt x="2831" y="7098"/>
                    <a:pt x="2988" y="7189"/>
                  </a:cubicBezTo>
                  <a:cubicBezTo>
                    <a:pt x="3111" y="7259"/>
                    <a:pt x="3238" y="7294"/>
                    <a:pt x="3369" y="7294"/>
                  </a:cubicBezTo>
                  <a:cubicBezTo>
                    <a:pt x="3408" y="7294"/>
                    <a:pt x="3447" y="7291"/>
                    <a:pt x="3487" y="7285"/>
                  </a:cubicBezTo>
                  <a:cubicBezTo>
                    <a:pt x="3802" y="7265"/>
                    <a:pt x="4035" y="7093"/>
                    <a:pt x="4181" y="6766"/>
                  </a:cubicBezTo>
                  <a:lnTo>
                    <a:pt x="6728" y="1154"/>
                  </a:lnTo>
                  <a:cubicBezTo>
                    <a:pt x="6756" y="1092"/>
                    <a:pt x="6779" y="1023"/>
                    <a:pt x="6802" y="950"/>
                  </a:cubicBezTo>
                  <a:cubicBezTo>
                    <a:pt x="6825" y="879"/>
                    <a:pt x="6837" y="810"/>
                    <a:pt x="6837" y="746"/>
                  </a:cubicBezTo>
                  <a:cubicBezTo>
                    <a:pt x="6837" y="538"/>
                    <a:pt x="6767" y="364"/>
                    <a:pt x="6626" y="223"/>
                  </a:cubicBezTo>
                  <a:cubicBezTo>
                    <a:pt x="6486" y="83"/>
                    <a:pt x="6301" y="13"/>
                    <a:pt x="6075" y="13"/>
                  </a:cubicBezTo>
                  <a:cubicBezTo>
                    <a:pt x="6060" y="12"/>
                    <a:pt x="6044" y="12"/>
                    <a:pt x="6029" y="12"/>
                  </a:cubicBezTo>
                  <a:cubicBezTo>
                    <a:pt x="5726" y="12"/>
                    <a:pt x="5500" y="185"/>
                    <a:pt x="5353" y="531"/>
                  </a:cubicBezTo>
                  <a:lnTo>
                    <a:pt x="3490" y="4818"/>
                  </a:lnTo>
                  <a:lnTo>
                    <a:pt x="1608" y="517"/>
                  </a:lnTo>
                  <a:cubicBezTo>
                    <a:pt x="1534" y="344"/>
                    <a:pt x="1425" y="216"/>
                    <a:pt x="1281" y="129"/>
                  </a:cubicBezTo>
                  <a:cubicBezTo>
                    <a:pt x="1134" y="44"/>
                    <a:pt x="976" y="0"/>
                    <a:pt x="8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1">
              <a:extLst>
                <a:ext uri="{FF2B5EF4-FFF2-40B4-BE49-F238E27FC236}">
                  <a16:creationId xmlns:a16="http://schemas.microsoft.com/office/drawing/2014/main" id="{597EE188-9D22-3E49-30AE-A9E9A13DF0DE}"/>
                </a:ext>
              </a:extLst>
            </p:cNvPr>
            <p:cNvSpPr/>
            <p:nvPr/>
          </p:nvSpPr>
          <p:spPr>
            <a:xfrm>
              <a:off x="2751863" y="1111450"/>
              <a:ext cx="173800" cy="189050"/>
            </a:xfrm>
            <a:custGeom>
              <a:avLst/>
              <a:gdLst/>
              <a:ahLst/>
              <a:cxnLst/>
              <a:rect l="l" t="t" r="r" b="b"/>
              <a:pathLst>
                <a:path w="6952" h="7562" extrusionOk="0">
                  <a:moveTo>
                    <a:pt x="3504" y="1499"/>
                  </a:moveTo>
                  <a:cubicBezTo>
                    <a:pt x="3786" y="1499"/>
                    <a:pt x="4051" y="1562"/>
                    <a:pt x="4301" y="1683"/>
                  </a:cubicBezTo>
                  <a:cubicBezTo>
                    <a:pt x="4551" y="1807"/>
                    <a:pt x="4759" y="1972"/>
                    <a:pt x="4928" y="2181"/>
                  </a:cubicBezTo>
                  <a:cubicBezTo>
                    <a:pt x="5096" y="2390"/>
                    <a:pt x="5188" y="2626"/>
                    <a:pt x="5207" y="2888"/>
                  </a:cubicBezTo>
                  <a:lnTo>
                    <a:pt x="5207" y="2983"/>
                  </a:lnTo>
                  <a:lnTo>
                    <a:pt x="1639" y="2983"/>
                  </a:lnTo>
                  <a:cubicBezTo>
                    <a:pt x="1661" y="2870"/>
                    <a:pt x="1688" y="2765"/>
                    <a:pt x="1721" y="2669"/>
                  </a:cubicBezTo>
                  <a:cubicBezTo>
                    <a:pt x="1820" y="2379"/>
                    <a:pt x="1958" y="2148"/>
                    <a:pt x="2130" y="1975"/>
                  </a:cubicBezTo>
                  <a:cubicBezTo>
                    <a:pt x="2303" y="1802"/>
                    <a:pt x="2506" y="1681"/>
                    <a:pt x="2743" y="1608"/>
                  </a:cubicBezTo>
                  <a:cubicBezTo>
                    <a:pt x="2978" y="1535"/>
                    <a:pt x="3231" y="1499"/>
                    <a:pt x="3504" y="1499"/>
                  </a:cubicBezTo>
                  <a:close/>
                  <a:moveTo>
                    <a:pt x="3503" y="0"/>
                  </a:moveTo>
                  <a:cubicBezTo>
                    <a:pt x="2903" y="0"/>
                    <a:pt x="2335" y="156"/>
                    <a:pt x="1799" y="464"/>
                  </a:cubicBezTo>
                  <a:cubicBezTo>
                    <a:pt x="1263" y="771"/>
                    <a:pt x="829" y="1215"/>
                    <a:pt x="498" y="1791"/>
                  </a:cubicBezTo>
                  <a:cubicBezTo>
                    <a:pt x="166" y="2369"/>
                    <a:pt x="1" y="3065"/>
                    <a:pt x="1" y="3882"/>
                  </a:cubicBezTo>
                  <a:cubicBezTo>
                    <a:pt x="1" y="4582"/>
                    <a:pt x="153" y="5209"/>
                    <a:pt x="456" y="5762"/>
                  </a:cubicBezTo>
                  <a:cubicBezTo>
                    <a:pt x="761" y="6317"/>
                    <a:pt x="1198" y="6756"/>
                    <a:pt x="1764" y="7077"/>
                  </a:cubicBezTo>
                  <a:cubicBezTo>
                    <a:pt x="2332" y="7400"/>
                    <a:pt x="3001" y="7561"/>
                    <a:pt x="3774" y="7561"/>
                  </a:cubicBezTo>
                  <a:cubicBezTo>
                    <a:pt x="4228" y="7561"/>
                    <a:pt x="4669" y="7485"/>
                    <a:pt x="5100" y="7332"/>
                  </a:cubicBezTo>
                  <a:cubicBezTo>
                    <a:pt x="5528" y="7182"/>
                    <a:pt x="5859" y="7008"/>
                    <a:pt x="6095" y="6809"/>
                  </a:cubicBezTo>
                  <a:cubicBezTo>
                    <a:pt x="6349" y="6608"/>
                    <a:pt x="6475" y="6385"/>
                    <a:pt x="6475" y="6141"/>
                  </a:cubicBezTo>
                  <a:cubicBezTo>
                    <a:pt x="6475" y="5960"/>
                    <a:pt x="6410" y="5800"/>
                    <a:pt x="6278" y="5663"/>
                  </a:cubicBezTo>
                  <a:cubicBezTo>
                    <a:pt x="6145" y="5528"/>
                    <a:pt x="5980" y="5460"/>
                    <a:pt x="5779" y="5460"/>
                  </a:cubicBezTo>
                  <a:cubicBezTo>
                    <a:pt x="5636" y="5460"/>
                    <a:pt x="5480" y="5500"/>
                    <a:pt x="5317" y="5581"/>
                  </a:cubicBezTo>
                  <a:cubicBezTo>
                    <a:pt x="5216" y="5637"/>
                    <a:pt x="5104" y="5704"/>
                    <a:pt x="4983" y="5780"/>
                  </a:cubicBezTo>
                  <a:cubicBezTo>
                    <a:pt x="4859" y="5858"/>
                    <a:pt x="4699" y="5925"/>
                    <a:pt x="4499" y="5978"/>
                  </a:cubicBezTo>
                  <a:cubicBezTo>
                    <a:pt x="4300" y="6032"/>
                    <a:pt x="4031" y="6060"/>
                    <a:pt x="3696" y="6060"/>
                  </a:cubicBezTo>
                  <a:cubicBezTo>
                    <a:pt x="3333" y="6060"/>
                    <a:pt x="2989" y="5971"/>
                    <a:pt x="2667" y="5794"/>
                  </a:cubicBezTo>
                  <a:cubicBezTo>
                    <a:pt x="2346" y="5619"/>
                    <a:pt x="2082" y="5358"/>
                    <a:pt x="1878" y="5017"/>
                  </a:cubicBezTo>
                  <a:cubicBezTo>
                    <a:pt x="1759" y="4820"/>
                    <a:pt x="1674" y="4595"/>
                    <a:pt x="1625" y="4345"/>
                  </a:cubicBezTo>
                  <a:lnTo>
                    <a:pt x="6119" y="4345"/>
                  </a:lnTo>
                  <a:cubicBezTo>
                    <a:pt x="6336" y="4345"/>
                    <a:pt x="6528" y="4277"/>
                    <a:pt x="6691" y="4141"/>
                  </a:cubicBezTo>
                  <a:cubicBezTo>
                    <a:pt x="6855" y="4006"/>
                    <a:pt x="6942" y="3827"/>
                    <a:pt x="6951" y="3610"/>
                  </a:cubicBezTo>
                  <a:cubicBezTo>
                    <a:pt x="6951" y="3120"/>
                    <a:pt x="6857" y="2657"/>
                    <a:pt x="6670" y="2220"/>
                  </a:cubicBezTo>
                  <a:cubicBezTo>
                    <a:pt x="6485" y="1784"/>
                    <a:pt x="6232" y="1402"/>
                    <a:pt x="5914" y="1069"/>
                  </a:cubicBezTo>
                  <a:cubicBezTo>
                    <a:pt x="5597" y="738"/>
                    <a:pt x="5230" y="477"/>
                    <a:pt x="4818" y="285"/>
                  </a:cubicBezTo>
                  <a:cubicBezTo>
                    <a:pt x="4404" y="96"/>
                    <a:pt x="3966" y="0"/>
                    <a:pt x="3503" y="0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1">
              <a:extLst>
                <a:ext uri="{FF2B5EF4-FFF2-40B4-BE49-F238E27FC236}">
                  <a16:creationId xmlns:a16="http://schemas.microsoft.com/office/drawing/2014/main" id="{71F4ED68-9F19-57AE-D538-15886DAE2C98}"/>
                </a:ext>
              </a:extLst>
            </p:cNvPr>
            <p:cNvSpPr/>
            <p:nvPr/>
          </p:nvSpPr>
          <p:spPr>
            <a:xfrm>
              <a:off x="2962963" y="1045050"/>
              <a:ext cx="40900" cy="252050"/>
            </a:xfrm>
            <a:custGeom>
              <a:avLst/>
              <a:gdLst/>
              <a:ahLst/>
              <a:cxnLst/>
              <a:rect l="l" t="t" r="r" b="b"/>
              <a:pathLst>
                <a:path w="1636" h="10082" extrusionOk="0">
                  <a:moveTo>
                    <a:pt x="833" y="1"/>
                  </a:moveTo>
                  <a:cubicBezTo>
                    <a:pt x="596" y="1"/>
                    <a:pt x="397" y="80"/>
                    <a:pt x="240" y="239"/>
                  </a:cubicBezTo>
                  <a:cubicBezTo>
                    <a:pt x="81" y="399"/>
                    <a:pt x="1" y="595"/>
                    <a:pt x="1" y="831"/>
                  </a:cubicBezTo>
                  <a:lnTo>
                    <a:pt x="1" y="9250"/>
                  </a:lnTo>
                  <a:cubicBezTo>
                    <a:pt x="1" y="9487"/>
                    <a:pt x="77" y="9684"/>
                    <a:pt x="233" y="9843"/>
                  </a:cubicBezTo>
                  <a:cubicBezTo>
                    <a:pt x="388" y="10002"/>
                    <a:pt x="577" y="10081"/>
                    <a:pt x="805" y="10081"/>
                  </a:cubicBezTo>
                  <a:cubicBezTo>
                    <a:pt x="1042" y="10081"/>
                    <a:pt x="1239" y="10002"/>
                    <a:pt x="1398" y="9843"/>
                  </a:cubicBezTo>
                  <a:cubicBezTo>
                    <a:pt x="1557" y="9683"/>
                    <a:pt x="1636" y="9487"/>
                    <a:pt x="1636" y="9250"/>
                  </a:cubicBezTo>
                  <a:lnTo>
                    <a:pt x="1636" y="831"/>
                  </a:lnTo>
                  <a:cubicBezTo>
                    <a:pt x="1636" y="595"/>
                    <a:pt x="1562" y="397"/>
                    <a:pt x="1412" y="239"/>
                  </a:cubicBezTo>
                  <a:cubicBezTo>
                    <a:pt x="1263" y="80"/>
                    <a:pt x="1070" y="1"/>
                    <a:pt x="833" y="1"/>
                  </a:cubicBezTo>
                  <a:close/>
                </a:path>
              </a:pathLst>
            </a:custGeom>
            <a:solidFill>
              <a:srgbClr val="FBFB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35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1A28-B628-9255-0C5B-01A8F253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CC73-86C8-3721-073E-A4CB071B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 y conclusiones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B483B-D155-9966-6D96-470EC7ADED15}"/>
              </a:ext>
            </a:extLst>
          </p:cNvPr>
          <p:cNvSpPr txBox="1"/>
          <p:nvPr/>
        </p:nvSpPr>
        <p:spPr>
          <a:xfrm>
            <a:off x="1288586" y="1665249"/>
            <a:ext cx="982298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endParaRPr lang="es-ES" sz="1867" kern="0" dirty="0">
              <a:solidFill>
                <a:srgbClr val="000000"/>
              </a:solidFill>
              <a:latin typeface="Quicksand Medium" panose="020B060402020202020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186D0-4290-1F2C-9BA3-53522D3945E1}"/>
              </a:ext>
            </a:extLst>
          </p:cNvPr>
          <p:cNvSpPr txBox="1"/>
          <p:nvPr/>
        </p:nvSpPr>
        <p:spPr>
          <a:xfrm>
            <a:off x="1420282" y="1665249"/>
            <a:ext cx="93514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Quicksand Medium" panose="020B0604020202020204"/>
              </a:rPr>
              <a:t>Link </a:t>
            </a:r>
            <a:r>
              <a:rPr lang="es-ES" sz="2000">
                <a:latin typeface="Quicksand Medium" panose="020B0604020202020204"/>
              </a:rPr>
              <a:t>del repositorio: </a:t>
            </a:r>
            <a:r>
              <a:rPr lang="es-ES" sz="2000" dirty="0">
                <a:latin typeface="Quicksand Medium" panose="020B0604020202020204"/>
                <a:hlinkClick r:id="rId2"/>
              </a:rPr>
              <a:t>https://github.com/DavidPerez3/euskoTrips</a:t>
            </a:r>
            <a:endParaRPr lang="es-ES" sz="2000" dirty="0">
              <a:latin typeface="Quicksand Medium" panose="020B0604020202020204"/>
            </a:endParaRPr>
          </a:p>
          <a:p>
            <a:r>
              <a:rPr lang="es-ES" sz="2000" dirty="0">
                <a:latin typeface="Quicksand Medium" panose="020B0604020202020204"/>
              </a:rPr>
              <a:t>Conclusiones: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Quicksand Medium" panose="020B0604020202020204"/>
              </a:rPr>
              <a:t>EuskoTrips</a:t>
            </a:r>
            <a:r>
              <a:rPr lang="es-ES" sz="2000" dirty="0">
                <a:latin typeface="Quicksand Medium" panose="020B0604020202020204"/>
              </a:rPr>
              <a:t> demuestra una arquitectura modular y escalable basada en microservicios.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Combina de manera eficiente Node.js, Python, PostgreSQL y </a:t>
            </a:r>
            <a:r>
              <a:rPr lang="es-ES" sz="2000" dirty="0" err="1">
                <a:latin typeface="Quicksand Medium" panose="020B0604020202020204"/>
              </a:rPr>
              <a:t>Elasticsearch</a:t>
            </a:r>
            <a:r>
              <a:rPr lang="es-ES" sz="2000" dirty="0">
                <a:latin typeface="Quicksand Medium" panose="020B0604020202020204"/>
              </a:rPr>
              <a:t> en un entorno totalmente contenerizado.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El sistema es fácilmente extensible y permite incorporar nuevas fuentes de datos, nuevos modelos de recomendación o un </a:t>
            </a:r>
            <a:r>
              <a:rPr lang="es-ES" sz="2000" dirty="0" err="1">
                <a:latin typeface="Quicksand Medium" panose="020B0604020202020204"/>
              </a:rPr>
              <a:t>frontend</a:t>
            </a:r>
            <a:r>
              <a:rPr lang="es-ES" sz="2000" dirty="0">
                <a:latin typeface="Quicksand Medium" panose="020B0604020202020204"/>
              </a:rPr>
              <a:t> más avanzado.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latin typeface="Quicksand Medium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latin typeface="Quicksand Medium" panose="020B0604020202020204"/>
              </a:rPr>
              <a:t>El proyecto integra conocimientos reales de </a:t>
            </a:r>
            <a:r>
              <a:rPr lang="es-ES" sz="2000" dirty="0" err="1">
                <a:latin typeface="Quicksand Medium" panose="020B0604020202020204"/>
              </a:rPr>
              <a:t>backend</a:t>
            </a:r>
            <a:r>
              <a:rPr lang="es-ES" sz="2000" dirty="0">
                <a:latin typeface="Quicksand Medium" panose="020B0604020202020204"/>
              </a:rPr>
              <a:t>, </a:t>
            </a:r>
            <a:r>
              <a:rPr lang="es-ES" sz="2000" dirty="0" err="1">
                <a:latin typeface="Quicksand Medium" panose="020B0604020202020204"/>
              </a:rPr>
              <a:t>APIs</a:t>
            </a:r>
            <a:r>
              <a:rPr lang="es-ES" sz="2000" dirty="0">
                <a:latin typeface="Quicksand Medium" panose="020B0604020202020204"/>
              </a:rPr>
              <a:t>, despliegue y orquestación de servicios.</a:t>
            </a:r>
          </a:p>
        </p:txBody>
      </p:sp>
    </p:spTree>
    <p:extLst>
      <p:ext uri="{BB962C8B-B14F-4D97-AF65-F5344CB8AC3E}">
        <p14:creationId xmlns:p14="http://schemas.microsoft.com/office/powerpoint/2010/main" val="342145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usiness Trip Organization Proposal by Slidesgo">
  <a:themeElements>
    <a:clrScheme name="Simple Light">
      <a:dk1>
        <a:srgbClr val="0E1A3F"/>
      </a:dk1>
      <a:lt1>
        <a:srgbClr val="5F5FF6"/>
      </a:lt1>
      <a:dk2>
        <a:srgbClr val="8686FA"/>
      </a:dk2>
      <a:lt2>
        <a:srgbClr val="9393FB"/>
      </a:lt2>
      <a:accent1>
        <a:srgbClr val="ADADFD"/>
      </a:accent1>
      <a:accent2>
        <a:srgbClr val="C7C7FF"/>
      </a:accent2>
      <a:accent3>
        <a:srgbClr val="DADAFF"/>
      </a:accent3>
      <a:accent4>
        <a:srgbClr val="ECECFF"/>
      </a:accent4>
      <a:accent5>
        <a:srgbClr val="FFF4B8"/>
      </a:accent5>
      <a:accent6>
        <a:srgbClr val="FFEE97"/>
      </a:accent6>
      <a:hlink>
        <a:srgbClr val="0E1A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888</Words>
  <Application>Microsoft Office PowerPoint</Application>
  <PresentationFormat>Widescreen</PresentationFormat>
  <Paragraphs>138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Anaheim</vt:lpstr>
      <vt:lpstr>Aptos</vt:lpstr>
      <vt:lpstr>Aptos Display</vt:lpstr>
      <vt:lpstr>Arial</vt:lpstr>
      <vt:lpstr>Bebas Neue</vt:lpstr>
      <vt:lpstr>Nunito Light</vt:lpstr>
      <vt:lpstr>Poppins</vt:lpstr>
      <vt:lpstr>Poppins SemiBold</vt:lpstr>
      <vt:lpstr>PT Sans</vt:lpstr>
      <vt:lpstr>Quicksand</vt:lpstr>
      <vt:lpstr>Quicksand Medium</vt:lpstr>
      <vt:lpstr>Office Theme</vt:lpstr>
      <vt:lpstr>Business Trip Organization Proposal by Slidesgo</vt:lpstr>
      <vt:lpstr>EuskoTrips</vt:lpstr>
      <vt:lpstr>Índice</vt:lpstr>
      <vt:lpstr>Objetivo principal</vt:lpstr>
      <vt:lpstr>Objetivo principal</vt:lpstr>
      <vt:lpstr>Funcionalidades</vt:lpstr>
      <vt:lpstr>Funcionalidades</vt:lpstr>
      <vt:lpstr>APIs y Modelo de datos</vt:lpstr>
      <vt:lpstr>APIs y Modelo de datos (I)</vt:lpstr>
      <vt:lpstr>APIs y Modelo de datos (II)</vt:lpstr>
      <vt:lpstr>Arquitectura</vt:lpstr>
      <vt:lpstr>Arquitectura (I)</vt:lpstr>
      <vt:lpstr>Arquitectura (II)</vt:lpstr>
      <vt:lpstr>Lecciones aprendidas</vt:lpstr>
      <vt:lpstr>Lecciones aprendidas</vt:lpstr>
      <vt:lpstr>Demo y conclusiones</vt:lpstr>
      <vt:lpstr>Demo y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Pérez Rodríguez</dc:creator>
  <cp:lastModifiedBy>David Pérez Rodríguez</cp:lastModifiedBy>
  <cp:revision>19</cp:revision>
  <dcterms:created xsi:type="dcterms:W3CDTF">2025-10-20T13:16:00Z</dcterms:created>
  <dcterms:modified xsi:type="dcterms:W3CDTF">2025-12-10T20:18:27Z</dcterms:modified>
</cp:coreProperties>
</file>